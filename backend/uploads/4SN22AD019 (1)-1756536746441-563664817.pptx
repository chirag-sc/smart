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embeddedFontLst>
    <p:embeddedFont>
      <p:font typeface="Arial Black" panose="020B0A04020102020204" pitchFamily="34" charset="0"/>
      <p:regular r:id="rId16"/>
      <p:bold r:id="rId17"/>
    </p:embeddedFont>
    <p:embeddedFont>
      <p:font typeface="MuseoModerno Medium" panose="020B0604020202020204" charset="0"/>
      <p:regular r:id="rId18"/>
      <p:bold r:id="rId19"/>
      <p:italic r:id="rId20"/>
      <p:boldItalic r:id="rId21"/>
    </p:embeddedFont>
    <p:embeddedFont>
      <p:font typeface="Trebuchet MS" panose="020B0603020202020204" pitchFamily="34" charset="0"/>
      <p:regular r:id="rId22"/>
      <p:bold r:id="rId23"/>
      <p:italic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6" roundtripDataSignature="AMtx7mgrdL8tuWHgOEh8AG9rHB9idZG0a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629"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customschemas.google.com/relationships/presentationmetadata" Target="metadata"/><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5" name="Google Shape;14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1" name="Google Shape;151;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7" name="Google Shape;15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5" name="Google Shape;175;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 name="Google Shape;176;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5" name="Google Shape;185;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6" name="Google Shape;186;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9" name="Google Shape;199;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6" name="Google Shape;216;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5" name="Google Shape;225;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3" name="Google Shape;233;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7" name="Google Shape;287;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4" name="Google Shape;304;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3" name="Google Shape;313;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3" name="Google Shape;323;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5"/>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15"/>
          <p:cNvSpPr txBox="1">
            <a:spLocks noGrp="1"/>
          </p:cNvSpPr>
          <p:nvPr>
            <p:ph type="body" idx="1"/>
          </p:nvPr>
        </p:nvSpPr>
        <p:spPr>
          <a:xfrm>
            <a:off x="677334" y="2160589"/>
            <a:ext cx="8596668" cy="3880773"/>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29" name="Google Shape;29;p15"/>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15"/>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5"/>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32"/>
        <p:cNvGrpSpPr/>
        <p:nvPr/>
      </p:nvGrpSpPr>
      <p:grpSpPr>
        <a:xfrm>
          <a:off x="0" y="0"/>
          <a:ext cx="0" cy="0"/>
          <a:chOff x="0" y="0"/>
          <a:chExt cx="0" cy="0"/>
        </a:xfrm>
      </p:grpSpPr>
      <p:grpSp>
        <p:nvGrpSpPr>
          <p:cNvPr id="33" name="Google Shape;33;p16"/>
          <p:cNvGrpSpPr/>
          <p:nvPr/>
        </p:nvGrpSpPr>
        <p:grpSpPr>
          <a:xfrm>
            <a:off x="0" y="-8467"/>
            <a:ext cx="12192000" cy="6866467"/>
            <a:chOff x="0" y="-8467"/>
            <a:chExt cx="12192000" cy="6866467"/>
          </a:xfrm>
        </p:grpSpPr>
        <p:sp>
          <p:nvSpPr>
            <p:cNvPr id="34" name="Google Shape;34;p16"/>
            <p:cNvSpPr/>
            <p:nvPr/>
          </p:nvSpPr>
          <p:spPr>
            <a:xfrm>
              <a:off x="0" y="-7862"/>
              <a:ext cx="863600" cy="5698067"/>
            </a:xfrm>
            <a:custGeom>
              <a:avLst/>
              <a:gdLst/>
              <a:ahLst/>
              <a:cxnLst/>
              <a:rect l="l" t="t" r="r" b="b"/>
              <a:pathLst>
                <a:path w="863600" h="5698067" extrusionOk="0">
                  <a:moveTo>
                    <a:pt x="0" y="8467"/>
                  </a:moveTo>
                  <a:lnTo>
                    <a:pt x="863600" y="0"/>
                  </a:lnTo>
                  <a:lnTo>
                    <a:pt x="863600" y="16934"/>
                  </a:lnTo>
                  <a:lnTo>
                    <a:pt x="0" y="5698067"/>
                  </a:lnTo>
                  <a:lnTo>
                    <a:pt x="0" y="8467"/>
                  </a:lnTo>
                  <a:close/>
                </a:path>
              </a:pathLst>
            </a:custGeom>
            <a:solidFill>
              <a:schemeClr val="accent1">
                <a:alpha val="69803"/>
              </a:schemeClr>
            </a:solidFill>
            <a:ln>
              <a:noFill/>
            </a:ln>
          </p:spPr>
        </p:sp>
        <p:cxnSp>
          <p:nvCxnSpPr>
            <p:cNvPr id="35" name="Google Shape;35;p16"/>
            <p:cNvCxnSpPr/>
            <p:nvPr/>
          </p:nvCxnSpPr>
          <p:spPr>
            <a:xfrm>
              <a:off x="9371012" y="0"/>
              <a:ext cx="1219200" cy="6858000"/>
            </a:xfrm>
            <a:prstGeom prst="straightConnector1">
              <a:avLst/>
            </a:prstGeom>
            <a:noFill/>
            <a:ln w="9525" cap="flat" cmpd="sng">
              <a:solidFill>
                <a:schemeClr val="accent1">
                  <a:alpha val="69803"/>
                </a:schemeClr>
              </a:solidFill>
              <a:prstDash val="solid"/>
              <a:round/>
              <a:headEnd type="none" w="sm" len="sm"/>
              <a:tailEnd type="none" w="sm" len="sm"/>
            </a:ln>
          </p:spPr>
        </p:cxnSp>
        <p:cxnSp>
          <p:nvCxnSpPr>
            <p:cNvPr id="36" name="Google Shape;36;p16"/>
            <p:cNvCxnSpPr/>
            <p:nvPr/>
          </p:nvCxnSpPr>
          <p:spPr>
            <a:xfrm flipH="1">
              <a:off x="7425267" y="3681413"/>
              <a:ext cx="4763558" cy="3176587"/>
            </a:xfrm>
            <a:prstGeom prst="straightConnector1">
              <a:avLst/>
            </a:prstGeom>
            <a:noFill/>
            <a:ln w="9525" cap="flat" cmpd="sng">
              <a:solidFill>
                <a:schemeClr val="accent1">
                  <a:alpha val="69803"/>
                </a:schemeClr>
              </a:solidFill>
              <a:prstDash val="solid"/>
              <a:round/>
              <a:headEnd type="none" w="sm" len="sm"/>
              <a:tailEnd type="none" w="sm" len="sm"/>
            </a:ln>
          </p:spPr>
        </p:cxnSp>
        <p:sp>
          <p:nvSpPr>
            <p:cNvPr id="37" name="Google Shape;37;p16"/>
            <p:cNvSpPr/>
            <p:nvPr/>
          </p:nvSpPr>
          <p:spPr>
            <a:xfrm>
              <a:off x="9181476" y="-8467"/>
              <a:ext cx="3007349" cy="6866467"/>
            </a:xfrm>
            <a:custGeom>
              <a:avLst/>
              <a:gdLst/>
              <a:ahLst/>
              <a:cxnLst/>
              <a:rect l="l" t="t" r="r" b="b"/>
              <a:pathLst>
                <a:path w="3007349" h="6866467" extrusionOk="0">
                  <a:moveTo>
                    <a:pt x="2045532" y="0"/>
                  </a:moveTo>
                  <a:lnTo>
                    <a:pt x="3007349" y="0"/>
                  </a:lnTo>
                  <a:lnTo>
                    <a:pt x="3007349" y="6866467"/>
                  </a:lnTo>
                  <a:lnTo>
                    <a:pt x="0" y="6866467"/>
                  </a:lnTo>
                  <a:lnTo>
                    <a:pt x="2045532" y="0"/>
                  </a:lnTo>
                  <a:close/>
                </a:path>
              </a:pathLst>
            </a:custGeom>
            <a:solidFill>
              <a:schemeClr val="accent1">
                <a:alpha val="35686"/>
              </a:schemeClr>
            </a:solidFill>
            <a:ln>
              <a:noFill/>
            </a:ln>
          </p:spPr>
        </p:sp>
        <p:sp>
          <p:nvSpPr>
            <p:cNvPr id="38" name="Google Shape;38;p16"/>
            <p:cNvSpPr/>
            <p:nvPr/>
          </p:nvSpPr>
          <p:spPr>
            <a:xfrm>
              <a:off x="9603442" y="-8467"/>
              <a:ext cx="2588558" cy="6866467"/>
            </a:xfrm>
            <a:custGeom>
              <a:avLst/>
              <a:gdLst/>
              <a:ahLst/>
              <a:cxnLst/>
              <a:rect l="l" t="t" r="r" b="b"/>
              <a:pathLst>
                <a:path w="2573311" h="6866467" extrusionOk="0">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39" name="Google Shape;39;p16"/>
            <p:cNvSpPr/>
            <p:nvPr/>
          </p:nvSpPr>
          <p:spPr>
            <a:xfrm>
              <a:off x="8932333" y="3048000"/>
              <a:ext cx="3259667" cy="3810000"/>
            </a:xfrm>
            <a:prstGeom prst="triangle">
              <a:avLst>
                <a:gd name="adj" fmla="val 100000"/>
              </a:avLst>
            </a:prstGeom>
            <a:solidFill>
              <a:srgbClr val="16B0E3">
                <a:alpha val="65882"/>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16"/>
            <p:cNvSpPr/>
            <p:nvPr/>
          </p:nvSpPr>
          <p:spPr>
            <a:xfrm>
              <a:off x="9334500" y="-8467"/>
              <a:ext cx="2854326" cy="6866467"/>
            </a:xfrm>
            <a:custGeom>
              <a:avLst/>
              <a:gdLst/>
              <a:ahLst/>
              <a:cxnLst/>
              <a:rect l="l" t="t" r="r" b="b"/>
              <a:pathLst>
                <a:path w="2858013" h="6866467" extrusionOk="0">
                  <a:moveTo>
                    <a:pt x="0" y="0"/>
                  </a:moveTo>
                  <a:lnTo>
                    <a:pt x="2858013" y="0"/>
                  </a:lnTo>
                  <a:lnTo>
                    <a:pt x="2858013" y="6866467"/>
                  </a:lnTo>
                  <a:lnTo>
                    <a:pt x="2473942" y="6866467"/>
                  </a:lnTo>
                  <a:lnTo>
                    <a:pt x="0" y="0"/>
                  </a:lnTo>
                  <a:close/>
                </a:path>
              </a:pathLst>
            </a:custGeom>
            <a:solidFill>
              <a:srgbClr val="16B0E3">
                <a:alpha val="49803"/>
              </a:srgbClr>
            </a:solidFill>
            <a:ln>
              <a:noFill/>
            </a:ln>
          </p:spPr>
        </p:sp>
        <p:sp>
          <p:nvSpPr>
            <p:cNvPr id="41" name="Google Shape;41;p16"/>
            <p:cNvSpPr/>
            <p:nvPr/>
          </p:nvSpPr>
          <p:spPr>
            <a:xfrm>
              <a:off x="10898730" y="-8467"/>
              <a:ext cx="1290094" cy="6866467"/>
            </a:xfrm>
            <a:custGeom>
              <a:avLst/>
              <a:gdLst/>
              <a:ahLst/>
              <a:cxnLst/>
              <a:rect l="l" t="t" r="r" b="b"/>
              <a:pathLst>
                <a:path w="1290094" h="6858000" extrusionOk="0">
                  <a:moveTo>
                    <a:pt x="1019735" y="0"/>
                  </a:moveTo>
                  <a:lnTo>
                    <a:pt x="1290094" y="0"/>
                  </a:lnTo>
                  <a:lnTo>
                    <a:pt x="1290094" y="6858000"/>
                  </a:lnTo>
                  <a:lnTo>
                    <a:pt x="0" y="6858000"/>
                  </a:lnTo>
                  <a:lnTo>
                    <a:pt x="1019735" y="0"/>
                  </a:lnTo>
                  <a:close/>
                </a:path>
              </a:pathLst>
            </a:custGeom>
            <a:solidFill>
              <a:schemeClr val="accent2">
                <a:alpha val="69803"/>
              </a:schemeClr>
            </a:solidFill>
            <a:ln>
              <a:noFill/>
            </a:ln>
          </p:spPr>
        </p:sp>
        <p:sp>
          <p:nvSpPr>
            <p:cNvPr id="42" name="Google Shape;42;p16"/>
            <p:cNvSpPr/>
            <p:nvPr/>
          </p:nvSpPr>
          <p:spPr>
            <a:xfrm>
              <a:off x="10938999" y="-8467"/>
              <a:ext cx="1249825" cy="6866467"/>
            </a:xfrm>
            <a:custGeom>
              <a:avLst/>
              <a:gdLst/>
              <a:ahLst/>
              <a:cxnLst/>
              <a:rect l="l" t="t" r="r" b="b"/>
              <a:pathLst>
                <a:path w="1249825" h="6858000" extrusionOk="0">
                  <a:moveTo>
                    <a:pt x="0" y="0"/>
                  </a:moveTo>
                  <a:lnTo>
                    <a:pt x="1249825" y="0"/>
                  </a:lnTo>
                  <a:lnTo>
                    <a:pt x="1249825" y="6858000"/>
                  </a:lnTo>
                  <a:lnTo>
                    <a:pt x="1109382" y="6858000"/>
                  </a:lnTo>
                  <a:lnTo>
                    <a:pt x="0" y="0"/>
                  </a:lnTo>
                  <a:close/>
                </a:path>
              </a:pathLst>
            </a:custGeom>
            <a:solidFill>
              <a:srgbClr val="226292">
                <a:alpha val="80000"/>
              </a:srgbClr>
            </a:solidFill>
            <a:ln>
              <a:noFill/>
            </a:ln>
          </p:spPr>
        </p:sp>
        <p:sp>
          <p:nvSpPr>
            <p:cNvPr id="43" name="Google Shape;43;p16"/>
            <p:cNvSpPr/>
            <p:nvPr/>
          </p:nvSpPr>
          <p:spPr>
            <a:xfrm>
              <a:off x="10371666" y="3589867"/>
              <a:ext cx="1817159" cy="3268133"/>
            </a:xfrm>
            <a:prstGeom prst="triangle">
              <a:avLst>
                <a:gd name="adj" fmla="val 100000"/>
              </a:avLst>
            </a:prstGeom>
            <a:solidFill>
              <a:srgbClr val="16B0E3">
                <a:alpha val="65882"/>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4" name="Google Shape;44;p16"/>
          <p:cNvSpPr txBox="1">
            <a:spLocks noGrp="1"/>
          </p:cNvSpPr>
          <p:nvPr>
            <p:ph type="ctrTitle"/>
          </p:nvPr>
        </p:nvSpPr>
        <p:spPr>
          <a:xfrm>
            <a:off x="1507067" y="2404534"/>
            <a:ext cx="7766936" cy="1646302"/>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Clr>
                <a:schemeClr val="accent1"/>
              </a:buClr>
              <a:buSzPts val="5400"/>
              <a:buFont typeface="Trebuchet MS"/>
              <a:buNone/>
              <a:defRPr sz="54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16"/>
          <p:cNvSpPr txBox="1">
            <a:spLocks noGrp="1"/>
          </p:cNvSpPr>
          <p:nvPr>
            <p:ph type="subTitle" idx="1"/>
          </p:nvPr>
        </p:nvSpPr>
        <p:spPr>
          <a:xfrm>
            <a:off x="1507067" y="4050833"/>
            <a:ext cx="7766936" cy="1096899"/>
          </a:xfrm>
          <a:prstGeom prst="rect">
            <a:avLst/>
          </a:prstGeom>
          <a:noFill/>
          <a:ln>
            <a:noFill/>
          </a:ln>
        </p:spPr>
        <p:txBody>
          <a:bodyPr spcFirstLastPara="1" wrap="square" lIns="91425" tIns="45700" rIns="91425" bIns="45700" anchor="t" anchorCtr="0">
            <a:normAutofit/>
          </a:bodyPr>
          <a:lstStyle>
            <a:lvl1pPr lvl="0" algn="r">
              <a:spcBef>
                <a:spcPts val="1000"/>
              </a:spcBef>
              <a:spcAft>
                <a:spcPts val="0"/>
              </a:spcAft>
              <a:buSzPts val="1440"/>
              <a:buNone/>
              <a:defRPr>
                <a:solidFill>
                  <a:srgbClr val="7F7F7F"/>
                </a:solidFill>
              </a:defRPr>
            </a:lvl1pPr>
            <a:lvl2pPr lvl="1" algn="ctr">
              <a:spcBef>
                <a:spcPts val="1000"/>
              </a:spcBef>
              <a:spcAft>
                <a:spcPts val="0"/>
              </a:spcAft>
              <a:buSzPts val="1280"/>
              <a:buNone/>
              <a:defRPr>
                <a:solidFill>
                  <a:srgbClr val="888888"/>
                </a:solidFill>
              </a:defRPr>
            </a:lvl2pPr>
            <a:lvl3pPr lvl="2" algn="ctr">
              <a:spcBef>
                <a:spcPts val="1000"/>
              </a:spcBef>
              <a:spcAft>
                <a:spcPts val="0"/>
              </a:spcAft>
              <a:buSzPts val="1120"/>
              <a:buNone/>
              <a:defRPr>
                <a:solidFill>
                  <a:srgbClr val="888888"/>
                </a:solidFill>
              </a:defRPr>
            </a:lvl3pPr>
            <a:lvl4pPr lvl="3" algn="ctr">
              <a:spcBef>
                <a:spcPts val="1000"/>
              </a:spcBef>
              <a:spcAft>
                <a:spcPts val="0"/>
              </a:spcAft>
              <a:buSzPts val="960"/>
              <a:buNone/>
              <a:defRPr>
                <a:solidFill>
                  <a:srgbClr val="888888"/>
                </a:solidFill>
              </a:defRPr>
            </a:lvl4pPr>
            <a:lvl5pPr lvl="4" algn="ctr">
              <a:spcBef>
                <a:spcPts val="1000"/>
              </a:spcBef>
              <a:spcAft>
                <a:spcPts val="0"/>
              </a:spcAft>
              <a:buSzPts val="960"/>
              <a:buNone/>
              <a:defRPr>
                <a:solidFill>
                  <a:srgbClr val="888888"/>
                </a:solidFill>
              </a:defRPr>
            </a:lvl5pPr>
            <a:lvl6pPr lvl="5" algn="ctr">
              <a:spcBef>
                <a:spcPts val="1000"/>
              </a:spcBef>
              <a:spcAft>
                <a:spcPts val="0"/>
              </a:spcAft>
              <a:buSzPts val="960"/>
              <a:buNone/>
              <a:defRPr>
                <a:solidFill>
                  <a:srgbClr val="888888"/>
                </a:solidFill>
              </a:defRPr>
            </a:lvl6pPr>
            <a:lvl7pPr lvl="6" algn="ctr">
              <a:spcBef>
                <a:spcPts val="1000"/>
              </a:spcBef>
              <a:spcAft>
                <a:spcPts val="0"/>
              </a:spcAft>
              <a:buSzPts val="960"/>
              <a:buNone/>
              <a:defRPr>
                <a:solidFill>
                  <a:srgbClr val="888888"/>
                </a:solidFill>
              </a:defRPr>
            </a:lvl7pPr>
            <a:lvl8pPr lvl="7" algn="ctr">
              <a:spcBef>
                <a:spcPts val="1000"/>
              </a:spcBef>
              <a:spcAft>
                <a:spcPts val="0"/>
              </a:spcAft>
              <a:buSzPts val="960"/>
              <a:buNone/>
              <a:defRPr>
                <a:solidFill>
                  <a:srgbClr val="888888"/>
                </a:solidFill>
              </a:defRPr>
            </a:lvl8pPr>
            <a:lvl9pPr lvl="8" algn="ctr">
              <a:spcBef>
                <a:spcPts val="1000"/>
              </a:spcBef>
              <a:spcAft>
                <a:spcPts val="0"/>
              </a:spcAft>
              <a:buSzPts val="960"/>
              <a:buNone/>
              <a:defRPr>
                <a:solidFill>
                  <a:srgbClr val="888888"/>
                </a:solidFill>
              </a:defRPr>
            </a:lvl9pPr>
          </a:lstStyle>
          <a:p>
            <a:endParaRPr/>
          </a:p>
        </p:txBody>
      </p:sp>
      <p:sp>
        <p:nvSpPr>
          <p:cNvPr id="46" name="Google Shape;46;p16"/>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6"/>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6"/>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9"/>
        <p:cNvGrpSpPr/>
        <p:nvPr/>
      </p:nvGrpSpPr>
      <p:grpSpPr>
        <a:xfrm>
          <a:off x="0" y="0"/>
          <a:ext cx="0" cy="0"/>
          <a:chOff x="0" y="0"/>
          <a:chExt cx="0" cy="0"/>
        </a:xfrm>
      </p:grpSpPr>
      <p:sp>
        <p:nvSpPr>
          <p:cNvPr id="50" name="Google Shape;50;p17"/>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17"/>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7"/>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3"/>
        <p:cNvGrpSpPr/>
        <p:nvPr/>
      </p:nvGrpSpPr>
      <p:grpSpPr>
        <a:xfrm>
          <a:off x="0" y="0"/>
          <a:ext cx="0" cy="0"/>
          <a:chOff x="0" y="0"/>
          <a:chExt cx="0" cy="0"/>
        </a:xfrm>
      </p:grpSpPr>
      <p:sp>
        <p:nvSpPr>
          <p:cNvPr id="54" name="Google Shape;54;p18"/>
          <p:cNvSpPr txBox="1">
            <a:spLocks noGrp="1"/>
          </p:cNvSpPr>
          <p:nvPr>
            <p:ph type="title"/>
          </p:nvPr>
        </p:nvSpPr>
        <p:spPr>
          <a:xfrm>
            <a:off x="677335" y="2700867"/>
            <a:ext cx="8596668" cy="1826581"/>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4000"/>
              <a:buFont typeface="Trebuchet MS"/>
              <a:buNone/>
              <a:defRPr sz="40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18"/>
          <p:cNvSpPr txBox="1">
            <a:spLocks noGrp="1"/>
          </p:cNvSpPr>
          <p:nvPr>
            <p:ph type="body" idx="1"/>
          </p:nvPr>
        </p:nvSpPr>
        <p:spPr>
          <a:xfrm>
            <a:off x="677335" y="4527448"/>
            <a:ext cx="8596668" cy="860400"/>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600"/>
              <a:buNone/>
              <a:defRPr sz="2000">
                <a:solidFill>
                  <a:srgbClr val="7F7F7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56" name="Google Shape;56;p18"/>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18"/>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18"/>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9"/>
        <p:cNvGrpSpPr/>
        <p:nvPr/>
      </p:nvGrpSpPr>
      <p:grpSpPr>
        <a:xfrm>
          <a:off x="0" y="0"/>
          <a:ext cx="0" cy="0"/>
          <a:chOff x="0" y="0"/>
          <a:chExt cx="0" cy="0"/>
        </a:xfrm>
      </p:grpSpPr>
      <p:sp>
        <p:nvSpPr>
          <p:cNvPr id="60" name="Google Shape;60;p19"/>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19"/>
          <p:cNvSpPr txBox="1">
            <a:spLocks noGrp="1"/>
          </p:cNvSpPr>
          <p:nvPr>
            <p:ph type="body" idx="1"/>
          </p:nvPr>
        </p:nvSpPr>
        <p:spPr>
          <a:xfrm>
            <a:off x="677334" y="2160589"/>
            <a:ext cx="4184035" cy="3880772"/>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62" name="Google Shape;62;p19"/>
          <p:cNvSpPr txBox="1">
            <a:spLocks noGrp="1"/>
          </p:cNvSpPr>
          <p:nvPr>
            <p:ph type="body" idx="2"/>
          </p:nvPr>
        </p:nvSpPr>
        <p:spPr>
          <a:xfrm>
            <a:off x="5089970" y="2160589"/>
            <a:ext cx="4184034" cy="3880773"/>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63" name="Google Shape;63;p19"/>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9"/>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19"/>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66"/>
        <p:cNvGrpSpPr/>
        <p:nvPr/>
      </p:nvGrpSpPr>
      <p:grpSpPr>
        <a:xfrm>
          <a:off x="0" y="0"/>
          <a:ext cx="0" cy="0"/>
          <a:chOff x="0" y="0"/>
          <a:chExt cx="0" cy="0"/>
        </a:xfrm>
      </p:grpSpPr>
      <p:sp>
        <p:nvSpPr>
          <p:cNvPr id="67" name="Google Shape;67;p20"/>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3600"/>
              <a:buFont typeface="Trebuchet MS"/>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20"/>
          <p:cNvSpPr txBox="1">
            <a:spLocks noGrp="1"/>
          </p:cNvSpPr>
          <p:nvPr>
            <p:ph type="body" idx="1"/>
          </p:nvPr>
        </p:nvSpPr>
        <p:spPr>
          <a:xfrm>
            <a:off x="675745" y="2160983"/>
            <a:ext cx="4185623"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69" name="Google Shape;69;p20"/>
          <p:cNvSpPr txBox="1">
            <a:spLocks noGrp="1"/>
          </p:cNvSpPr>
          <p:nvPr>
            <p:ph type="body" idx="2"/>
          </p:nvPr>
        </p:nvSpPr>
        <p:spPr>
          <a:xfrm>
            <a:off x="675745" y="2737245"/>
            <a:ext cx="4185623" cy="3304117"/>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70" name="Google Shape;70;p20"/>
          <p:cNvSpPr txBox="1">
            <a:spLocks noGrp="1"/>
          </p:cNvSpPr>
          <p:nvPr>
            <p:ph type="body" idx="3"/>
          </p:nvPr>
        </p:nvSpPr>
        <p:spPr>
          <a:xfrm>
            <a:off x="5088383" y="2160983"/>
            <a:ext cx="4185618"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71" name="Google Shape;71;p20"/>
          <p:cNvSpPr txBox="1">
            <a:spLocks noGrp="1"/>
          </p:cNvSpPr>
          <p:nvPr>
            <p:ph type="body" idx="4"/>
          </p:nvPr>
        </p:nvSpPr>
        <p:spPr>
          <a:xfrm>
            <a:off x="5088384" y="2737245"/>
            <a:ext cx="4185617" cy="3304117"/>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72" name="Google Shape;72;p20"/>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20"/>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20"/>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5"/>
        <p:cNvGrpSpPr/>
        <p:nvPr/>
      </p:nvGrpSpPr>
      <p:grpSpPr>
        <a:xfrm>
          <a:off x="0" y="0"/>
          <a:ext cx="0" cy="0"/>
          <a:chOff x="0" y="0"/>
          <a:chExt cx="0" cy="0"/>
        </a:xfrm>
      </p:grpSpPr>
      <p:sp>
        <p:nvSpPr>
          <p:cNvPr id="76" name="Google Shape;76;p21"/>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1"/>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1"/>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1"/>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80"/>
        <p:cNvGrpSpPr/>
        <p:nvPr/>
      </p:nvGrpSpPr>
      <p:grpSpPr>
        <a:xfrm>
          <a:off x="0" y="0"/>
          <a:ext cx="0" cy="0"/>
          <a:chOff x="0" y="0"/>
          <a:chExt cx="0" cy="0"/>
        </a:xfrm>
      </p:grpSpPr>
      <p:sp>
        <p:nvSpPr>
          <p:cNvPr id="81" name="Google Shape;81;p22"/>
          <p:cNvSpPr txBox="1">
            <a:spLocks noGrp="1"/>
          </p:cNvSpPr>
          <p:nvPr>
            <p:ph type="title"/>
          </p:nvPr>
        </p:nvSpPr>
        <p:spPr>
          <a:xfrm>
            <a:off x="677334" y="1498604"/>
            <a:ext cx="3854528" cy="1278466"/>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2000"/>
              <a:buFont typeface="Trebuchet MS"/>
              <a:buNone/>
              <a:defRPr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2"/>
          <p:cNvSpPr txBox="1">
            <a:spLocks noGrp="1"/>
          </p:cNvSpPr>
          <p:nvPr>
            <p:ph type="body" idx="1"/>
          </p:nvPr>
        </p:nvSpPr>
        <p:spPr>
          <a:xfrm>
            <a:off x="4760461" y="514924"/>
            <a:ext cx="4513541" cy="5526437"/>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83" name="Google Shape;83;p22"/>
          <p:cNvSpPr txBox="1">
            <a:spLocks noGrp="1"/>
          </p:cNvSpPr>
          <p:nvPr>
            <p:ph type="body" idx="2"/>
          </p:nvPr>
        </p:nvSpPr>
        <p:spPr>
          <a:xfrm>
            <a:off x="677334" y="2777069"/>
            <a:ext cx="3854528" cy="2584449"/>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a:lvl1pPr>
            <a:lvl2pPr marL="914400" lvl="1" indent="-228600" algn="l">
              <a:spcBef>
                <a:spcPts val="1000"/>
              </a:spcBef>
              <a:spcAft>
                <a:spcPts val="0"/>
              </a:spcAft>
              <a:buSzPts val="1120"/>
              <a:buNone/>
              <a:defRPr sz="1400"/>
            </a:lvl2pPr>
            <a:lvl3pPr marL="1371600" lvl="2" indent="-228600" algn="l">
              <a:spcBef>
                <a:spcPts val="1000"/>
              </a:spcBef>
              <a:spcAft>
                <a:spcPts val="0"/>
              </a:spcAft>
              <a:buSzPts val="960"/>
              <a:buNone/>
              <a:defRPr sz="1200"/>
            </a:lvl3pPr>
            <a:lvl4pPr marL="1828800" lvl="3" indent="-228600" algn="l">
              <a:spcBef>
                <a:spcPts val="1000"/>
              </a:spcBef>
              <a:spcAft>
                <a:spcPts val="0"/>
              </a:spcAft>
              <a:buSzPts val="800"/>
              <a:buNone/>
              <a:defRPr sz="1000"/>
            </a:lvl4pPr>
            <a:lvl5pPr marL="2286000" lvl="4" indent="-228600" algn="l">
              <a:spcBef>
                <a:spcPts val="1000"/>
              </a:spcBef>
              <a:spcAft>
                <a:spcPts val="0"/>
              </a:spcAft>
              <a:buSzPts val="800"/>
              <a:buNone/>
              <a:defRPr sz="1000"/>
            </a:lvl5pPr>
            <a:lvl6pPr marL="2743200" lvl="5" indent="-228600" algn="l">
              <a:spcBef>
                <a:spcPts val="1000"/>
              </a:spcBef>
              <a:spcAft>
                <a:spcPts val="0"/>
              </a:spcAft>
              <a:buSzPts val="800"/>
              <a:buNone/>
              <a:defRPr sz="1000"/>
            </a:lvl6pPr>
            <a:lvl7pPr marL="3200400" lvl="6" indent="-228600" algn="l">
              <a:spcBef>
                <a:spcPts val="1000"/>
              </a:spcBef>
              <a:spcAft>
                <a:spcPts val="0"/>
              </a:spcAft>
              <a:buSzPts val="800"/>
              <a:buNone/>
              <a:defRPr sz="1000"/>
            </a:lvl7pPr>
            <a:lvl8pPr marL="3657600" lvl="7" indent="-228600" algn="l">
              <a:spcBef>
                <a:spcPts val="1000"/>
              </a:spcBef>
              <a:spcAft>
                <a:spcPts val="0"/>
              </a:spcAft>
              <a:buSzPts val="800"/>
              <a:buNone/>
              <a:defRPr sz="1000"/>
            </a:lvl8pPr>
            <a:lvl9pPr marL="4114800" lvl="8" indent="-228600" algn="l">
              <a:spcBef>
                <a:spcPts val="1000"/>
              </a:spcBef>
              <a:spcAft>
                <a:spcPts val="0"/>
              </a:spcAft>
              <a:buSzPts val="800"/>
              <a:buNone/>
              <a:defRPr sz="1000"/>
            </a:lvl9pPr>
          </a:lstStyle>
          <a:p>
            <a:endParaRPr/>
          </a:p>
        </p:txBody>
      </p:sp>
      <p:sp>
        <p:nvSpPr>
          <p:cNvPr id="84" name="Google Shape;84;p22"/>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22"/>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22"/>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87"/>
        <p:cNvGrpSpPr/>
        <p:nvPr/>
      </p:nvGrpSpPr>
      <p:grpSpPr>
        <a:xfrm>
          <a:off x="0" y="0"/>
          <a:ext cx="0" cy="0"/>
          <a:chOff x="0" y="0"/>
          <a:chExt cx="0" cy="0"/>
        </a:xfrm>
      </p:grpSpPr>
      <p:sp>
        <p:nvSpPr>
          <p:cNvPr id="88" name="Google Shape;88;p23"/>
          <p:cNvSpPr txBox="1">
            <a:spLocks noGrp="1"/>
          </p:cNvSpPr>
          <p:nvPr>
            <p:ph type="title"/>
          </p:nvPr>
        </p:nvSpPr>
        <p:spPr>
          <a:xfrm>
            <a:off x="677334" y="4800600"/>
            <a:ext cx="8596667"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2400"/>
              <a:buFont typeface="Trebuchet MS"/>
              <a:buNone/>
              <a:defRPr sz="24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23"/>
          <p:cNvSpPr>
            <a:spLocks noGrp="1"/>
          </p:cNvSpPr>
          <p:nvPr>
            <p:ph type="pic" idx="2"/>
          </p:nvPr>
        </p:nvSpPr>
        <p:spPr>
          <a:xfrm>
            <a:off x="677334" y="609600"/>
            <a:ext cx="8596668" cy="3845718"/>
          </a:xfrm>
          <a:prstGeom prst="rect">
            <a:avLst/>
          </a:prstGeom>
          <a:noFill/>
          <a:ln>
            <a:noFill/>
          </a:ln>
        </p:spPr>
      </p:sp>
      <p:sp>
        <p:nvSpPr>
          <p:cNvPr id="90" name="Google Shape;90;p23"/>
          <p:cNvSpPr txBox="1">
            <a:spLocks noGrp="1"/>
          </p:cNvSpPr>
          <p:nvPr>
            <p:ph type="body" idx="1"/>
          </p:nvPr>
        </p:nvSpPr>
        <p:spPr>
          <a:xfrm>
            <a:off x="677334" y="5367338"/>
            <a:ext cx="8596667" cy="674024"/>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960"/>
              <a:buNone/>
              <a:defRPr sz="12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91" name="Google Shape;91;p23"/>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23"/>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93" name="Google Shape;93;p23"/>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Caption">
  <p:cSld name="Title and Caption">
    <p:spTree>
      <p:nvGrpSpPr>
        <p:cNvPr id="1" name="Shape 94"/>
        <p:cNvGrpSpPr/>
        <p:nvPr/>
      </p:nvGrpSpPr>
      <p:grpSpPr>
        <a:xfrm>
          <a:off x="0" y="0"/>
          <a:ext cx="0" cy="0"/>
          <a:chOff x="0" y="0"/>
          <a:chExt cx="0" cy="0"/>
        </a:xfrm>
      </p:grpSpPr>
      <p:sp>
        <p:nvSpPr>
          <p:cNvPr id="95" name="Google Shape;95;p24"/>
          <p:cNvSpPr txBox="1">
            <a:spLocks noGrp="1"/>
          </p:cNvSpPr>
          <p:nvPr>
            <p:ph type="title"/>
          </p:nvPr>
        </p:nvSpPr>
        <p:spPr>
          <a:xfrm>
            <a:off x="677335" y="609600"/>
            <a:ext cx="8596668" cy="34036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4400"/>
              <a:buFont typeface="Trebuchet MS"/>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24"/>
          <p:cNvSpPr txBox="1">
            <a:spLocks noGrp="1"/>
          </p:cNvSpPr>
          <p:nvPr>
            <p:ph type="body" idx="1"/>
          </p:nvPr>
        </p:nvSpPr>
        <p:spPr>
          <a:xfrm>
            <a:off x="677335" y="4470400"/>
            <a:ext cx="8596668" cy="1570962"/>
          </a:xfrm>
          <a:prstGeom prst="rect">
            <a:avLst/>
          </a:prstGeom>
          <a:noFill/>
          <a:ln>
            <a:noFill/>
          </a:ln>
        </p:spPr>
        <p:txBody>
          <a:bodyPr spcFirstLastPara="1" wrap="square" lIns="91425" tIns="45700" rIns="91425" bIns="45700" anchor="ctr" anchorCtr="0">
            <a:normAutofit/>
          </a:bodyPr>
          <a:lstStyle>
            <a:lvl1pPr marL="457200" lvl="0" indent="-228600" algn="l">
              <a:spcBef>
                <a:spcPts val="1000"/>
              </a:spcBef>
              <a:spcAft>
                <a:spcPts val="0"/>
              </a:spcAft>
              <a:buSzPts val="1440"/>
              <a:buNone/>
              <a:defRPr sz="1800">
                <a:solidFill>
                  <a:srgbClr val="3F3F3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97" name="Google Shape;97;p24"/>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8" name="Google Shape;98;p24"/>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9" name="Google Shape;99;p24"/>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Quote with Caption">
  <p:cSld name="Quote with Caption">
    <p:spTree>
      <p:nvGrpSpPr>
        <p:cNvPr id="1" name="Shape 100"/>
        <p:cNvGrpSpPr/>
        <p:nvPr/>
      </p:nvGrpSpPr>
      <p:grpSpPr>
        <a:xfrm>
          <a:off x="0" y="0"/>
          <a:ext cx="0" cy="0"/>
          <a:chOff x="0" y="0"/>
          <a:chExt cx="0" cy="0"/>
        </a:xfrm>
      </p:grpSpPr>
      <p:sp>
        <p:nvSpPr>
          <p:cNvPr id="101" name="Google Shape;101;p25"/>
          <p:cNvSpPr txBox="1">
            <a:spLocks noGrp="1"/>
          </p:cNvSpPr>
          <p:nvPr>
            <p:ph type="title"/>
          </p:nvPr>
        </p:nvSpPr>
        <p:spPr>
          <a:xfrm>
            <a:off x="931334" y="609600"/>
            <a:ext cx="8094134" cy="30226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4400"/>
              <a:buFont typeface="Trebuchet MS"/>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2" name="Google Shape;102;p25"/>
          <p:cNvSpPr txBox="1">
            <a:spLocks noGrp="1"/>
          </p:cNvSpPr>
          <p:nvPr>
            <p:ph type="body" idx="1"/>
          </p:nvPr>
        </p:nvSpPr>
        <p:spPr>
          <a:xfrm>
            <a:off x="1366139" y="3632200"/>
            <a:ext cx="7224524" cy="381000"/>
          </a:xfrm>
          <a:prstGeom prst="rect">
            <a:avLst/>
          </a:prstGeom>
          <a:noFill/>
          <a:ln>
            <a:noFill/>
          </a:ln>
        </p:spPr>
        <p:txBody>
          <a:bodyPr spcFirstLastPara="1" wrap="square" lIns="91425" tIns="45700" rIns="91425" bIns="45700" anchor="ctr" anchorCtr="0">
            <a:noAutofit/>
          </a:bodyPr>
          <a:lstStyle>
            <a:lvl1pPr marL="457200" lvl="0" indent="-228600" algn="l">
              <a:spcBef>
                <a:spcPts val="1000"/>
              </a:spcBef>
              <a:spcAft>
                <a:spcPts val="0"/>
              </a:spcAft>
              <a:buSzPts val="1280"/>
              <a:buFont typeface="Trebuchet MS"/>
              <a:buNone/>
              <a:defRPr sz="1600">
                <a:solidFill>
                  <a:srgbClr val="7F7F7F"/>
                </a:solidFill>
              </a:defRPr>
            </a:lvl1pPr>
            <a:lvl2pPr marL="914400" lvl="1" indent="-228600" algn="l">
              <a:spcBef>
                <a:spcPts val="1000"/>
              </a:spcBef>
              <a:spcAft>
                <a:spcPts val="0"/>
              </a:spcAft>
              <a:buSzPts val="1280"/>
              <a:buFont typeface="Trebuchet MS"/>
              <a:buNone/>
              <a:defRPr/>
            </a:lvl2pPr>
            <a:lvl3pPr marL="1371600" lvl="2" indent="-228600" algn="l">
              <a:spcBef>
                <a:spcPts val="1000"/>
              </a:spcBef>
              <a:spcAft>
                <a:spcPts val="0"/>
              </a:spcAft>
              <a:buSzPts val="1120"/>
              <a:buFont typeface="Trebuchet MS"/>
              <a:buNone/>
              <a:defRPr/>
            </a:lvl3pPr>
            <a:lvl4pPr marL="1828800" lvl="3" indent="-228600" algn="l">
              <a:spcBef>
                <a:spcPts val="1000"/>
              </a:spcBef>
              <a:spcAft>
                <a:spcPts val="0"/>
              </a:spcAft>
              <a:buSzPts val="960"/>
              <a:buFont typeface="Trebuchet MS"/>
              <a:buNone/>
              <a:defRPr/>
            </a:lvl4pPr>
            <a:lvl5pPr marL="2286000" lvl="4" indent="-228600" algn="l">
              <a:spcBef>
                <a:spcPts val="1000"/>
              </a:spcBef>
              <a:spcAft>
                <a:spcPts val="0"/>
              </a:spcAft>
              <a:buSzPts val="960"/>
              <a:buFont typeface="Trebuchet MS"/>
              <a:buNone/>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03" name="Google Shape;103;p25"/>
          <p:cNvSpPr txBox="1">
            <a:spLocks noGrp="1"/>
          </p:cNvSpPr>
          <p:nvPr>
            <p:ph type="body" idx="2"/>
          </p:nvPr>
        </p:nvSpPr>
        <p:spPr>
          <a:xfrm>
            <a:off x="677335" y="4470400"/>
            <a:ext cx="8596668" cy="1570962"/>
          </a:xfrm>
          <a:prstGeom prst="rect">
            <a:avLst/>
          </a:prstGeom>
          <a:noFill/>
          <a:ln>
            <a:noFill/>
          </a:ln>
        </p:spPr>
        <p:txBody>
          <a:bodyPr spcFirstLastPara="1" wrap="square" lIns="91425" tIns="45700" rIns="91425" bIns="45700" anchor="ctr" anchorCtr="0">
            <a:normAutofit/>
          </a:bodyPr>
          <a:lstStyle>
            <a:lvl1pPr marL="457200" lvl="0" indent="-228600" algn="l">
              <a:spcBef>
                <a:spcPts val="1000"/>
              </a:spcBef>
              <a:spcAft>
                <a:spcPts val="0"/>
              </a:spcAft>
              <a:buSzPts val="1440"/>
              <a:buNone/>
              <a:defRPr sz="1800">
                <a:solidFill>
                  <a:srgbClr val="3F3F3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104" name="Google Shape;104;p25"/>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5" name="Google Shape;105;p25"/>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6" name="Google Shape;106;p25"/>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07" name="Google Shape;107;p25"/>
          <p:cNvSpPr txBox="1"/>
          <p:nvPr/>
        </p:nvSpPr>
        <p:spPr>
          <a:xfrm>
            <a:off x="541870" y="790378"/>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a:solidFill>
                  <a:srgbClr val="9EDFF5"/>
                </a:solidFill>
                <a:latin typeface="Arial"/>
                <a:ea typeface="Arial"/>
                <a:cs typeface="Arial"/>
                <a:sym typeface="Arial"/>
              </a:rPr>
              <a:t>“</a:t>
            </a:r>
            <a:endParaRPr/>
          </a:p>
        </p:txBody>
      </p:sp>
      <p:sp>
        <p:nvSpPr>
          <p:cNvPr id="108" name="Google Shape;108;p25"/>
          <p:cNvSpPr txBox="1"/>
          <p:nvPr/>
        </p:nvSpPr>
        <p:spPr>
          <a:xfrm>
            <a:off x="8893011" y="2886556"/>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a:solidFill>
                  <a:srgbClr val="9EDFF5"/>
                </a:solidFill>
                <a:latin typeface="Arial"/>
                <a:ea typeface="Arial"/>
                <a:cs typeface="Arial"/>
                <a:sym typeface="Arial"/>
              </a:rPr>
              <a:t>”</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Name Card">
  <p:cSld name="Name Card">
    <p:spTree>
      <p:nvGrpSpPr>
        <p:cNvPr id="1" name="Shape 109"/>
        <p:cNvGrpSpPr/>
        <p:nvPr/>
      </p:nvGrpSpPr>
      <p:grpSpPr>
        <a:xfrm>
          <a:off x="0" y="0"/>
          <a:ext cx="0" cy="0"/>
          <a:chOff x="0" y="0"/>
          <a:chExt cx="0" cy="0"/>
        </a:xfrm>
      </p:grpSpPr>
      <p:sp>
        <p:nvSpPr>
          <p:cNvPr id="110" name="Google Shape;110;p26"/>
          <p:cNvSpPr txBox="1">
            <a:spLocks noGrp="1"/>
          </p:cNvSpPr>
          <p:nvPr>
            <p:ph type="title"/>
          </p:nvPr>
        </p:nvSpPr>
        <p:spPr>
          <a:xfrm>
            <a:off x="677335" y="1931988"/>
            <a:ext cx="8596668" cy="259546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4400"/>
              <a:buFont typeface="Trebuchet MS"/>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1" name="Google Shape;111;p26"/>
          <p:cNvSpPr txBox="1">
            <a:spLocks noGrp="1"/>
          </p:cNvSpPr>
          <p:nvPr>
            <p:ph type="body" idx="1"/>
          </p:nvPr>
        </p:nvSpPr>
        <p:spPr>
          <a:xfrm>
            <a:off x="677335" y="4527448"/>
            <a:ext cx="8596668" cy="1513914"/>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440"/>
              <a:buNone/>
              <a:defRPr sz="1800">
                <a:solidFill>
                  <a:srgbClr val="3F3F3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112" name="Google Shape;112;p26"/>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3" name="Google Shape;113;p26"/>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4" name="Google Shape;114;p26"/>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Quote Name Card">
  <p:cSld name="Quote Name Card">
    <p:spTree>
      <p:nvGrpSpPr>
        <p:cNvPr id="1" name="Shape 115"/>
        <p:cNvGrpSpPr/>
        <p:nvPr/>
      </p:nvGrpSpPr>
      <p:grpSpPr>
        <a:xfrm>
          <a:off x="0" y="0"/>
          <a:ext cx="0" cy="0"/>
          <a:chOff x="0" y="0"/>
          <a:chExt cx="0" cy="0"/>
        </a:xfrm>
      </p:grpSpPr>
      <p:sp>
        <p:nvSpPr>
          <p:cNvPr id="116" name="Google Shape;116;p27"/>
          <p:cNvSpPr txBox="1">
            <a:spLocks noGrp="1"/>
          </p:cNvSpPr>
          <p:nvPr>
            <p:ph type="title"/>
          </p:nvPr>
        </p:nvSpPr>
        <p:spPr>
          <a:xfrm>
            <a:off x="931334" y="609600"/>
            <a:ext cx="8094134" cy="30226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4400"/>
              <a:buFont typeface="Trebuchet MS"/>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7" name="Google Shape;117;p27"/>
          <p:cNvSpPr txBox="1">
            <a:spLocks noGrp="1"/>
          </p:cNvSpPr>
          <p:nvPr>
            <p:ph type="body" idx="1"/>
          </p:nvPr>
        </p:nvSpPr>
        <p:spPr>
          <a:xfrm>
            <a:off x="677332" y="4013200"/>
            <a:ext cx="8596669" cy="514248"/>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Font typeface="Trebuchet MS"/>
              <a:buNone/>
              <a:defRPr sz="2400">
                <a:solidFill>
                  <a:srgbClr val="3F3F3F"/>
                </a:solidFill>
              </a:defRPr>
            </a:lvl1pPr>
            <a:lvl2pPr marL="914400" lvl="1" indent="-228600" algn="l">
              <a:spcBef>
                <a:spcPts val="1000"/>
              </a:spcBef>
              <a:spcAft>
                <a:spcPts val="0"/>
              </a:spcAft>
              <a:buSzPts val="1280"/>
              <a:buFont typeface="Trebuchet MS"/>
              <a:buNone/>
              <a:defRPr/>
            </a:lvl2pPr>
            <a:lvl3pPr marL="1371600" lvl="2" indent="-228600" algn="l">
              <a:spcBef>
                <a:spcPts val="1000"/>
              </a:spcBef>
              <a:spcAft>
                <a:spcPts val="0"/>
              </a:spcAft>
              <a:buSzPts val="1120"/>
              <a:buFont typeface="Trebuchet MS"/>
              <a:buNone/>
              <a:defRPr/>
            </a:lvl3pPr>
            <a:lvl4pPr marL="1828800" lvl="3" indent="-228600" algn="l">
              <a:spcBef>
                <a:spcPts val="1000"/>
              </a:spcBef>
              <a:spcAft>
                <a:spcPts val="0"/>
              </a:spcAft>
              <a:buSzPts val="960"/>
              <a:buFont typeface="Trebuchet MS"/>
              <a:buNone/>
              <a:defRPr/>
            </a:lvl4pPr>
            <a:lvl5pPr marL="2286000" lvl="4" indent="-228600" algn="l">
              <a:spcBef>
                <a:spcPts val="1000"/>
              </a:spcBef>
              <a:spcAft>
                <a:spcPts val="0"/>
              </a:spcAft>
              <a:buSzPts val="960"/>
              <a:buFont typeface="Trebuchet MS"/>
              <a:buNone/>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18" name="Google Shape;118;p27"/>
          <p:cNvSpPr txBox="1">
            <a:spLocks noGrp="1"/>
          </p:cNvSpPr>
          <p:nvPr>
            <p:ph type="body" idx="2"/>
          </p:nvPr>
        </p:nvSpPr>
        <p:spPr>
          <a:xfrm>
            <a:off x="677335" y="4527448"/>
            <a:ext cx="8596668" cy="1513914"/>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440"/>
              <a:buNone/>
              <a:defRPr sz="1800">
                <a:solidFill>
                  <a:srgbClr val="7F7F7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119" name="Google Shape;119;p27"/>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0" name="Google Shape;120;p27"/>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1" name="Google Shape;121;p27"/>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22" name="Google Shape;122;p27"/>
          <p:cNvSpPr txBox="1"/>
          <p:nvPr/>
        </p:nvSpPr>
        <p:spPr>
          <a:xfrm>
            <a:off x="541870" y="790378"/>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a:solidFill>
                  <a:srgbClr val="9EDFF5"/>
                </a:solidFill>
                <a:latin typeface="Arial"/>
                <a:ea typeface="Arial"/>
                <a:cs typeface="Arial"/>
                <a:sym typeface="Arial"/>
              </a:rPr>
              <a:t>“</a:t>
            </a:r>
            <a:endParaRPr/>
          </a:p>
        </p:txBody>
      </p:sp>
      <p:sp>
        <p:nvSpPr>
          <p:cNvPr id="123" name="Google Shape;123;p27"/>
          <p:cNvSpPr txBox="1"/>
          <p:nvPr/>
        </p:nvSpPr>
        <p:spPr>
          <a:xfrm>
            <a:off x="8893011" y="2886556"/>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a:solidFill>
                  <a:srgbClr val="9EDFF5"/>
                </a:solidFill>
                <a:latin typeface="Arial"/>
                <a:ea typeface="Arial"/>
                <a:cs typeface="Arial"/>
                <a:sym typeface="Arial"/>
              </a:rPr>
              <a:t>”</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rue or False">
  <p:cSld name="True or False">
    <p:spTree>
      <p:nvGrpSpPr>
        <p:cNvPr id="1" name="Shape 124"/>
        <p:cNvGrpSpPr/>
        <p:nvPr/>
      </p:nvGrpSpPr>
      <p:grpSpPr>
        <a:xfrm>
          <a:off x="0" y="0"/>
          <a:ext cx="0" cy="0"/>
          <a:chOff x="0" y="0"/>
          <a:chExt cx="0" cy="0"/>
        </a:xfrm>
      </p:grpSpPr>
      <p:sp>
        <p:nvSpPr>
          <p:cNvPr id="125" name="Google Shape;125;p28"/>
          <p:cNvSpPr txBox="1">
            <a:spLocks noGrp="1"/>
          </p:cNvSpPr>
          <p:nvPr>
            <p:ph type="title"/>
          </p:nvPr>
        </p:nvSpPr>
        <p:spPr>
          <a:xfrm>
            <a:off x="685799" y="609600"/>
            <a:ext cx="8588203" cy="30226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4400"/>
              <a:buFont typeface="Trebuchet MS"/>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6" name="Google Shape;126;p28"/>
          <p:cNvSpPr txBox="1">
            <a:spLocks noGrp="1"/>
          </p:cNvSpPr>
          <p:nvPr>
            <p:ph type="body" idx="1"/>
          </p:nvPr>
        </p:nvSpPr>
        <p:spPr>
          <a:xfrm>
            <a:off x="677332" y="4013200"/>
            <a:ext cx="8596669" cy="514248"/>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Font typeface="Trebuchet MS"/>
              <a:buNone/>
              <a:defRPr sz="2400">
                <a:solidFill>
                  <a:schemeClr val="accent1"/>
                </a:solidFill>
              </a:defRPr>
            </a:lvl1pPr>
            <a:lvl2pPr marL="914400" lvl="1" indent="-228600" algn="l">
              <a:spcBef>
                <a:spcPts val="1000"/>
              </a:spcBef>
              <a:spcAft>
                <a:spcPts val="0"/>
              </a:spcAft>
              <a:buSzPts val="1280"/>
              <a:buFont typeface="Trebuchet MS"/>
              <a:buNone/>
              <a:defRPr/>
            </a:lvl2pPr>
            <a:lvl3pPr marL="1371600" lvl="2" indent="-228600" algn="l">
              <a:spcBef>
                <a:spcPts val="1000"/>
              </a:spcBef>
              <a:spcAft>
                <a:spcPts val="0"/>
              </a:spcAft>
              <a:buSzPts val="1120"/>
              <a:buFont typeface="Trebuchet MS"/>
              <a:buNone/>
              <a:defRPr/>
            </a:lvl3pPr>
            <a:lvl4pPr marL="1828800" lvl="3" indent="-228600" algn="l">
              <a:spcBef>
                <a:spcPts val="1000"/>
              </a:spcBef>
              <a:spcAft>
                <a:spcPts val="0"/>
              </a:spcAft>
              <a:buSzPts val="960"/>
              <a:buFont typeface="Trebuchet MS"/>
              <a:buNone/>
              <a:defRPr/>
            </a:lvl4pPr>
            <a:lvl5pPr marL="2286000" lvl="4" indent="-228600" algn="l">
              <a:spcBef>
                <a:spcPts val="1000"/>
              </a:spcBef>
              <a:spcAft>
                <a:spcPts val="0"/>
              </a:spcAft>
              <a:buSzPts val="960"/>
              <a:buFont typeface="Trebuchet MS"/>
              <a:buNone/>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27" name="Google Shape;127;p28"/>
          <p:cNvSpPr txBox="1">
            <a:spLocks noGrp="1"/>
          </p:cNvSpPr>
          <p:nvPr>
            <p:ph type="body" idx="2"/>
          </p:nvPr>
        </p:nvSpPr>
        <p:spPr>
          <a:xfrm>
            <a:off x="677335" y="4527448"/>
            <a:ext cx="8596668" cy="1513914"/>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440"/>
              <a:buNone/>
              <a:defRPr sz="1800">
                <a:solidFill>
                  <a:srgbClr val="7F7F7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128" name="Google Shape;128;p28"/>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9" name="Google Shape;129;p28"/>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0" name="Google Shape;130;p28"/>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31"/>
        <p:cNvGrpSpPr/>
        <p:nvPr/>
      </p:nvGrpSpPr>
      <p:grpSpPr>
        <a:xfrm>
          <a:off x="0" y="0"/>
          <a:ext cx="0" cy="0"/>
          <a:chOff x="0" y="0"/>
          <a:chExt cx="0" cy="0"/>
        </a:xfrm>
      </p:grpSpPr>
      <p:sp>
        <p:nvSpPr>
          <p:cNvPr id="132" name="Google Shape;132;p29"/>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3" name="Google Shape;133;p29"/>
          <p:cNvSpPr txBox="1">
            <a:spLocks noGrp="1"/>
          </p:cNvSpPr>
          <p:nvPr>
            <p:ph type="body" idx="1"/>
          </p:nvPr>
        </p:nvSpPr>
        <p:spPr>
          <a:xfrm rot="5400000">
            <a:off x="3035281" y="-197358"/>
            <a:ext cx="3880773" cy="8596668"/>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34" name="Google Shape;134;p29"/>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5" name="Google Shape;135;p29"/>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6" name="Google Shape;136;p29"/>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37"/>
        <p:cNvGrpSpPr/>
        <p:nvPr/>
      </p:nvGrpSpPr>
      <p:grpSpPr>
        <a:xfrm>
          <a:off x="0" y="0"/>
          <a:ext cx="0" cy="0"/>
          <a:chOff x="0" y="0"/>
          <a:chExt cx="0" cy="0"/>
        </a:xfrm>
      </p:grpSpPr>
      <p:sp>
        <p:nvSpPr>
          <p:cNvPr id="138" name="Google Shape;138;p30"/>
          <p:cNvSpPr txBox="1">
            <a:spLocks noGrp="1"/>
          </p:cNvSpPr>
          <p:nvPr>
            <p:ph type="title"/>
          </p:nvPr>
        </p:nvSpPr>
        <p:spPr>
          <a:xfrm rot="5400000">
            <a:off x="5994319" y="2582953"/>
            <a:ext cx="5251451" cy="1304743"/>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9" name="Google Shape;139;p30"/>
          <p:cNvSpPr txBox="1">
            <a:spLocks noGrp="1"/>
          </p:cNvSpPr>
          <p:nvPr>
            <p:ph type="body" idx="1"/>
          </p:nvPr>
        </p:nvSpPr>
        <p:spPr>
          <a:xfrm rot="5400000">
            <a:off x="1581685" y="-294750"/>
            <a:ext cx="5251450" cy="7060150"/>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40" name="Google Shape;140;p30"/>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1" name="Google Shape;141;p30"/>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2" name="Google Shape;142;p30"/>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grpSp>
        <p:nvGrpSpPr>
          <p:cNvPr id="10" name="Google Shape;10;p14"/>
          <p:cNvGrpSpPr/>
          <p:nvPr/>
        </p:nvGrpSpPr>
        <p:grpSpPr>
          <a:xfrm>
            <a:off x="0" y="-8467"/>
            <a:ext cx="12192000" cy="6866467"/>
            <a:chOff x="0" y="-8467"/>
            <a:chExt cx="12192000" cy="6866467"/>
          </a:xfrm>
        </p:grpSpPr>
        <p:cxnSp>
          <p:nvCxnSpPr>
            <p:cNvPr id="11" name="Google Shape;11;p14"/>
            <p:cNvCxnSpPr/>
            <p:nvPr/>
          </p:nvCxnSpPr>
          <p:spPr>
            <a:xfrm>
              <a:off x="9371012" y="0"/>
              <a:ext cx="1219200" cy="6858000"/>
            </a:xfrm>
            <a:prstGeom prst="straightConnector1">
              <a:avLst/>
            </a:prstGeom>
            <a:noFill/>
            <a:ln w="9525" cap="flat" cmpd="sng">
              <a:solidFill>
                <a:schemeClr val="accent1">
                  <a:alpha val="69803"/>
                </a:schemeClr>
              </a:solidFill>
              <a:prstDash val="solid"/>
              <a:round/>
              <a:headEnd type="none" w="sm" len="sm"/>
              <a:tailEnd type="none" w="sm" len="sm"/>
            </a:ln>
          </p:spPr>
        </p:cxnSp>
        <p:cxnSp>
          <p:nvCxnSpPr>
            <p:cNvPr id="12" name="Google Shape;12;p14"/>
            <p:cNvCxnSpPr/>
            <p:nvPr/>
          </p:nvCxnSpPr>
          <p:spPr>
            <a:xfrm flipH="1">
              <a:off x="7425267" y="3681413"/>
              <a:ext cx="4763558" cy="3176587"/>
            </a:xfrm>
            <a:prstGeom prst="straightConnector1">
              <a:avLst/>
            </a:prstGeom>
            <a:noFill/>
            <a:ln w="9525" cap="flat" cmpd="sng">
              <a:solidFill>
                <a:schemeClr val="accent1">
                  <a:alpha val="69803"/>
                </a:schemeClr>
              </a:solidFill>
              <a:prstDash val="solid"/>
              <a:round/>
              <a:headEnd type="none" w="sm" len="sm"/>
              <a:tailEnd type="none" w="sm" len="sm"/>
            </a:ln>
          </p:spPr>
        </p:cxnSp>
        <p:sp>
          <p:nvSpPr>
            <p:cNvPr id="13" name="Google Shape;13;p14"/>
            <p:cNvSpPr/>
            <p:nvPr/>
          </p:nvSpPr>
          <p:spPr>
            <a:xfrm>
              <a:off x="9181476" y="-8467"/>
              <a:ext cx="3007349" cy="6866467"/>
            </a:xfrm>
            <a:custGeom>
              <a:avLst/>
              <a:gdLst/>
              <a:ahLst/>
              <a:cxnLst/>
              <a:rect l="l" t="t" r="r" b="b"/>
              <a:pathLst>
                <a:path w="3007349" h="6866467" extrusionOk="0">
                  <a:moveTo>
                    <a:pt x="2045532" y="0"/>
                  </a:moveTo>
                  <a:lnTo>
                    <a:pt x="3007349" y="0"/>
                  </a:lnTo>
                  <a:lnTo>
                    <a:pt x="3007349" y="6866467"/>
                  </a:lnTo>
                  <a:lnTo>
                    <a:pt x="0" y="6866467"/>
                  </a:lnTo>
                  <a:lnTo>
                    <a:pt x="2045532" y="0"/>
                  </a:lnTo>
                  <a:close/>
                </a:path>
              </a:pathLst>
            </a:custGeom>
            <a:solidFill>
              <a:schemeClr val="accent1">
                <a:alpha val="35686"/>
              </a:schemeClr>
            </a:solidFill>
            <a:ln>
              <a:noFill/>
            </a:ln>
          </p:spPr>
        </p:sp>
        <p:sp>
          <p:nvSpPr>
            <p:cNvPr id="14" name="Google Shape;14;p14"/>
            <p:cNvSpPr/>
            <p:nvPr/>
          </p:nvSpPr>
          <p:spPr>
            <a:xfrm>
              <a:off x="9603442" y="-8467"/>
              <a:ext cx="2588558" cy="6866467"/>
            </a:xfrm>
            <a:custGeom>
              <a:avLst/>
              <a:gdLst/>
              <a:ahLst/>
              <a:cxnLst/>
              <a:rect l="l" t="t" r="r" b="b"/>
              <a:pathLst>
                <a:path w="2573311" h="6866467" extrusionOk="0">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15" name="Google Shape;15;p14"/>
            <p:cNvSpPr/>
            <p:nvPr/>
          </p:nvSpPr>
          <p:spPr>
            <a:xfrm>
              <a:off x="8932333" y="3048000"/>
              <a:ext cx="3259667" cy="3810000"/>
            </a:xfrm>
            <a:prstGeom prst="triangle">
              <a:avLst>
                <a:gd name="adj" fmla="val 100000"/>
              </a:avLst>
            </a:prstGeom>
            <a:solidFill>
              <a:srgbClr val="16B0E3">
                <a:alpha val="65882"/>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14"/>
            <p:cNvSpPr/>
            <p:nvPr/>
          </p:nvSpPr>
          <p:spPr>
            <a:xfrm>
              <a:off x="9334500" y="-8467"/>
              <a:ext cx="2854326" cy="6866467"/>
            </a:xfrm>
            <a:custGeom>
              <a:avLst/>
              <a:gdLst/>
              <a:ahLst/>
              <a:cxnLst/>
              <a:rect l="l" t="t" r="r" b="b"/>
              <a:pathLst>
                <a:path w="2858013" h="6866467" extrusionOk="0">
                  <a:moveTo>
                    <a:pt x="0" y="0"/>
                  </a:moveTo>
                  <a:lnTo>
                    <a:pt x="2858013" y="0"/>
                  </a:lnTo>
                  <a:lnTo>
                    <a:pt x="2858013" y="6866467"/>
                  </a:lnTo>
                  <a:lnTo>
                    <a:pt x="2473942" y="6866467"/>
                  </a:lnTo>
                  <a:lnTo>
                    <a:pt x="0" y="0"/>
                  </a:lnTo>
                  <a:close/>
                </a:path>
              </a:pathLst>
            </a:custGeom>
            <a:solidFill>
              <a:srgbClr val="16B0E3">
                <a:alpha val="49803"/>
              </a:srgbClr>
            </a:solidFill>
            <a:ln>
              <a:noFill/>
            </a:ln>
          </p:spPr>
        </p:sp>
        <p:sp>
          <p:nvSpPr>
            <p:cNvPr id="17" name="Google Shape;17;p14"/>
            <p:cNvSpPr/>
            <p:nvPr/>
          </p:nvSpPr>
          <p:spPr>
            <a:xfrm>
              <a:off x="10898730" y="-8467"/>
              <a:ext cx="1290094" cy="6866467"/>
            </a:xfrm>
            <a:custGeom>
              <a:avLst/>
              <a:gdLst/>
              <a:ahLst/>
              <a:cxnLst/>
              <a:rect l="l" t="t" r="r" b="b"/>
              <a:pathLst>
                <a:path w="1290094" h="6858000" extrusionOk="0">
                  <a:moveTo>
                    <a:pt x="1019735" y="0"/>
                  </a:moveTo>
                  <a:lnTo>
                    <a:pt x="1290094" y="0"/>
                  </a:lnTo>
                  <a:lnTo>
                    <a:pt x="1290094" y="6858000"/>
                  </a:lnTo>
                  <a:lnTo>
                    <a:pt x="0" y="6858000"/>
                  </a:lnTo>
                  <a:lnTo>
                    <a:pt x="1019735" y="0"/>
                  </a:lnTo>
                  <a:close/>
                </a:path>
              </a:pathLst>
            </a:custGeom>
            <a:solidFill>
              <a:schemeClr val="accent2">
                <a:alpha val="69803"/>
              </a:schemeClr>
            </a:solidFill>
            <a:ln>
              <a:noFill/>
            </a:ln>
          </p:spPr>
        </p:sp>
        <p:sp>
          <p:nvSpPr>
            <p:cNvPr id="18" name="Google Shape;18;p14"/>
            <p:cNvSpPr/>
            <p:nvPr/>
          </p:nvSpPr>
          <p:spPr>
            <a:xfrm>
              <a:off x="10938999" y="-8467"/>
              <a:ext cx="1249825" cy="6866467"/>
            </a:xfrm>
            <a:custGeom>
              <a:avLst/>
              <a:gdLst/>
              <a:ahLst/>
              <a:cxnLst/>
              <a:rect l="l" t="t" r="r" b="b"/>
              <a:pathLst>
                <a:path w="1249825" h="6858000" extrusionOk="0">
                  <a:moveTo>
                    <a:pt x="0" y="0"/>
                  </a:moveTo>
                  <a:lnTo>
                    <a:pt x="1249825" y="0"/>
                  </a:lnTo>
                  <a:lnTo>
                    <a:pt x="1249825" y="6858000"/>
                  </a:lnTo>
                  <a:lnTo>
                    <a:pt x="1109382" y="6858000"/>
                  </a:lnTo>
                  <a:lnTo>
                    <a:pt x="0" y="0"/>
                  </a:lnTo>
                  <a:close/>
                </a:path>
              </a:pathLst>
            </a:custGeom>
            <a:solidFill>
              <a:srgbClr val="226292">
                <a:alpha val="80000"/>
              </a:srgbClr>
            </a:solidFill>
            <a:ln>
              <a:noFill/>
            </a:ln>
          </p:spPr>
        </p:sp>
        <p:sp>
          <p:nvSpPr>
            <p:cNvPr id="19" name="Google Shape;19;p14"/>
            <p:cNvSpPr/>
            <p:nvPr/>
          </p:nvSpPr>
          <p:spPr>
            <a:xfrm>
              <a:off x="10371666" y="3589867"/>
              <a:ext cx="1817159" cy="3268133"/>
            </a:xfrm>
            <a:prstGeom prst="triangle">
              <a:avLst>
                <a:gd name="adj" fmla="val 100000"/>
              </a:avLst>
            </a:prstGeom>
            <a:solidFill>
              <a:srgbClr val="16B0E3">
                <a:alpha val="65882"/>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14"/>
            <p:cNvSpPr/>
            <p:nvPr/>
          </p:nvSpPr>
          <p:spPr>
            <a:xfrm>
              <a:off x="0" y="4013200"/>
              <a:ext cx="448733" cy="2844800"/>
            </a:xfrm>
            <a:prstGeom prst="triangle">
              <a:avLst>
                <a:gd name="adj" fmla="val 0"/>
              </a:avLst>
            </a:prstGeom>
            <a:solidFill>
              <a:schemeClr val="accent1">
                <a:alpha val="69803"/>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Google Shape;21;p14"/>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marR="0" lvl="0" algn="l" rtl="0">
              <a:spcBef>
                <a:spcPts val="0"/>
              </a:spcBef>
              <a:spcAft>
                <a:spcPts val="0"/>
              </a:spcAft>
              <a:buClr>
                <a:schemeClr val="accent1"/>
              </a:buClr>
              <a:buSzPts val="3600"/>
              <a:buFont typeface="Trebuchet MS"/>
              <a:buNone/>
              <a:defRPr sz="3600" b="0" i="0" u="none" strike="noStrike" cap="none">
                <a:solidFill>
                  <a:schemeClr val="accent1"/>
                </a:solidFill>
                <a:latin typeface="Trebuchet MS"/>
                <a:ea typeface="Trebuchet MS"/>
                <a:cs typeface="Trebuchet MS"/>
                <a:sym typeface="Trebuchet MS"/>
              </a:defRPr>
            </a:lvl1pPr>
            <a:lvl2pPr marR="0" lvl="1" algn="l" rtl="0">
              <a:spcBef>
                <a:spcPts val="0"/>
              </a:spcBef>
              <a:spcAft>
                <a:spcPts val="0"/>
              </a:spcAft>
              <a:buSzPts val="1400"/>
              <a:buNone/>
              <a:defRPr sz="1800" b="0" i="0" u="none" strike="noStrike" cap="none">
                <a:solidFill>
                  <a:schemeClr val="dk2"/>
                </a:solidFill>
              </a:defRPr>
            </a:lvl2pPr>
            <a:lvl3pPr marR="0" lvl="2" algn="l" rtl="0">
              <a:spcBef>
                <a:spcPts val="0"/>
              </a:spcBef>
              <a:spcAft>
                <a:spcPts val="0"/>
              </a:spcAft>
              <a:buSzPts val="1400"/>
              <a:buNone/>
              <a:defRPr sz="1800" b="0" i="0" u="none" strike="noStrike" cap="none">
                <a:solidFill>
                  <a:schemeClr val="dk2"/>
                </a:solidFill>
              </a:defRPr>
            </a:lvl3pPr>
            <a:lvl4pPr marR="0" lvl="3" algn="l" rtl="0">
              <a:spcBef>
                <a:spcPts val="0"/>
              </a:spcBef>
              <a:spcAft>
                <a:spcPts val="0"/>
              </a:spcAft>
              <a:buSzPts val="1400"/>
              <a:buNone/>
              <a:defRPr sz="1800" b="0" i="0" u="none" strike="noStrike" cap="none">
                <a:solidFill>
                  <a:schemeClr val="dk2"/>
                </a:solidFill>
              </a:defRPr>
            </a:lvl4pPr>
            <a:lvl5pPr marR="0" lvl="4" algn="l" rtl="0">
              <a:spcBef>
                <a:spcPts val="0"/>
              </a:spcBef>
              <a:spcAft>
                <a:spcPts val="0"/>
              </a:spcAft>
              <a:buSzPts val="1400"/>
              <a:buNone/>
              <a:defRPr sz="1800" b="0" i="0" u="none" strike="noStrike" cap="none">
                <a:solidFill>
                  <a:schemeClr val="dk2"/>
                </a:solidFill>
              </a:defRPr>
            </a:lvl5pPr>
            <a:lvl6pPr marR="0" lvl="5" algn="l" rtl="0">
              <a:spcBef>
                <a:spcPts val="0"/>
              </a:spcBef>
              <a:spcAft>
                <a:spcPts val="0"/>
              </a:spcAft>
              <a:buSzPts val="1400"/>
              <a:buNone/>
              <a:defRPr sz="1800" b="0" i="0" u="none" strike="noStrike" cap="none">
                <a:solidFill>
                  <a:schemeClr val="dk2"/>
                </a:solidFill>
              </a:defRPr>
            </a:lvl6pPr>
            <a:lvl7pPr marR="0" lvl="6" algn="l" rtl="0">
              <a:spcBef>
                <a:spcPts val="0"/>
              </a:spcBef>
              <a:spcAft>
                <a:spcPts val="0"/>
              </a:spcAft>
              <a:buSzPts val="1400"/>
              <a:buNone/>
              <a:defRPr sz="1800" b="0" i="0" u="none" strike="noStrike" cap="none">
                <a:solidFill>
                  <a:schemeClr val="dk2"/>
                </a:solidFill>
              </a:defRPr>
            </a:lvl7pPr>
            <a:lvl8pPr marR="0" lvl="7" algn="l" rtl="0">
              <a:spcBef>
                <a:spcPts val="0"/>
              </a:spcBef>
              <a:spcAft>
                <a:spcPts val="0"/>
              </a:spcAft>
              <a:buSzPts val="1400"/>
              <a:buNone/>
              <a:defRPr sz="1800" b="0" i="0" u="none" strike="noStrike" cap="none">
                <a:solidFill>
                  <a:schemeClr val="dk2"/>
                </a:solidFill>
              </a:defRPr>
            </a:lvl8pPr>
            <a:lvl9pPr marR="0" lvl="8" algn="l" rtl="0">
              <a:spcBef>
                <a:spcPts val="0"/>
              </a:spcBef>
              <a:spcAft>
                <a:spcPts val="0"/>
              </a:spcAft>
              <a:buSzPts val="1400"/>
              <a:buNone/>
              <a:defRPr sz="1800" b="0" i="0" u="none" strike="noStrike" cap="none">
                <a:solidFill>
                  <a:schemeClr val="dk2"/>
                </a:solidFill>
              </a:defRPr>
            </a:lvl9pPr>
          </a:lstStyle>
          <a:p>
            <a:endParaRPr/>
          </a:p>
        </p:txBody>
      </p:sp>
      <p:sp>
        <p:nvSpPr>
          <p:cNvPr id="22" name="Google Shape;22;p14"/>
          <p:cNvSpPr txBox="1">
            <a:spLocks noGrp="1"/>
          </p:cNvSpPr>
          <p:nvPr>
            <p:ph type="body" idx="1"/>
          </p:nvPr>
        </p:nvSpPr>
        <p:spPr>
          <a:xfrm>
            <a:off x="677334" y="2160589"/>
            <a:ext cx="8596668" cy="3880773"/>
          </a:xfrm>
          <a:prstGeom prst="rect">
            <a:avLst/>
          </a:prstGeom>
          <a:noFill/>
          <a:ln>
            <a:noFill/>
          </a:ln>
        </p:spPr>
        <p:txBody>
          <a:bodyPr spcFirstLastPara="1" wrap="square" lIns="91425" tIns="45700" rIns="91425" bIns="45700" anchor="t" anchorCtr="0">
            <a:normAutofit/>
          </a:bodyPr>
          <a:lstStyle>
            <a:lvl1pPr marL="457200" marR="0" lvl="0" indent="-320040" algn="l" rtl="0">
              <a:spcBef>
                <a:spcPts val="1000"/>
              </a:spcBef>
              <a:spcAft>
                <a:spcPts val="0"/>
              </a:spcAft>
              <a:buClr>
                <a:schemeClr val="accent1"/>
              </a:buClr>
              <a:buSzPts val="1440"/>
              <a:buFont typeface="Noto Sans Symbols"/>
              <a:buChar char="►"/>
              <a:defRPr sz="1800" b="0" i="0" u="none" strike="noStrike" cap="none">
                <a:solidFill>
                  <a:srgbClr val="3F3F3F"/>
                </a:solidFill>
                <a:latin typeface="Trebuchet MS"/>
                <a:ea typeface="Trebuchet MS"/>
                <a:cs typeface="Trebuchet MS"/>
                <a:sym typeface="Trebuchet MS"/>
              </a:defRPr>
            </a:lvl1pPr>
            <a:lvl2pPr marL="914400" marR="0" lvl="1" indent="-309880" algn="l" rtl="0">
              <a:spcBef>
                <a:spcPts val="1000"/>
              </a:spcBef>
              <a:spcAft>
                <a:spcPts val="0"/>
              </a:spcAft>
              <a:buClr>
                <a:schemeClr val="accent1"/>
              </a:buClr>
              <a:buSzPts val="1280"/>
              <a:buFont typeface="Noto Sans Symbols"/>
              <a:buChar char="►"/>
              <a:defRPr sz="1600" b="0" i="0" u="none" strike="noStrike" cap="none">
                <a:solidFill>
                  <a:srgbClr val="3F3F3F"/>
                </a:solidFill>
                <a:latin typeface="Trebuchet MS"/>
                <a:ea typeface="Trebuchet MS"/>
                <a:cs typeface="Trebuchet MS"/>
                <a:sym typeface="Trebuchet MS"/>
              </a:defRPr>
            </a:lvl2pPr>
            <a:lvl3pPr marL="1371600" marR="0" lvl="2" indent="-299719" algn="l" rtl="0">
              <a:spcBef>
                <a:spcPts val="1000"/>
              </a:spcBef>
              <a:spcAft>
                <a:spcPts val="0"/>
              </a:spcAft>
              <a:buClr>
                <a:schemeClr val="accent1"/>
              </a:buClr>
              <a:buSzPts val="1120"/>
              <a:buFont typeface="Noto Sans Symbols"/>
              <a:buChar char="►"/>
              <a:defRPr sz="1400" b="0" i="0" u="none" strike="noStrike" cap="none">
                <a:solidFill>
                  <a:srgbClr val="3F3F3F"/>
                </a:solidFill>
                <a:latin typeface="Trebuchet MS"/>
                <a:ea typeface="Trebuchet MS"/>
                <a:cs typeface="Trebuchet MS"/>
                <a:sym typeface="Trebuchet MS"/>
              </a:defRPr>
            </a:lvl3pPr>
            <a:lvl4pPr marL="1828800" marR="0" lvl="3"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4pPr>
            <a:lvl5pPr marL="2286000" marR="0" lvl="4"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5pPr>
            <a:lvl6pPr marL="2743200" marR="0" lvl="5"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6pPr>
            <a:lvl7pPr marL="3200400" marR="0" lvl="6"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7pPr>
            <a:lvl8pPr marL="3657600" marR="0" lvl="7" indent="-289559"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8pPr>
            <a:lvl9pPr marL="4114800" marR="0" lvl="8" indent="-289559"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9pPr>
          </a:lstStyle>
          <a:p>
            <a:endParaRPr/>
          </a:p>
        </p:txBody>
      </p:sp>
      <p:sp>
        <p:nvSpPr>
          <p:cNvPr id="23" name="Google Shape;23;p14"/>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900" b="0" i="0" u="none" strike="noStrike" cap="none">
                <a:solidFill>
                  <a:srgbClr val="888888"/>
                </a:solidFill>
                <a:latin typeface="Trebuchet MS"/>
                <a:ea typeface="Trebuchet MS"/>
                <a:cs typeface="Trebuchet MS"/>
                <a:sym typeface="Trebuchet MS"/>
              </a:defRPr>
            </a:lvl1pPr>
            <a:lvl2pPr marR="0" lvl="1"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2pPr>
            <a:lvl3pPr marR="0" lvl="2"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3pPr>
            <a:lvl4pPr marR="0" lvl="3"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4pPr>
            <a:lvl5pPr marR="0" lvl="4"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5pPr>
            <a:lvl6pPr marR="0" lvl="5"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6pPr>
            <a:lvl7pPr marR="0" lvl="6"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7pPr>
            <a:lvl8pPr marR="0" lvl="7"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8pPr>
            <a:lvl9pPr marR="0" lvl="8"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9pPr>
          </a:lstStyle>
          <a:p>
            <a:endParaRPr/>
          </a:p>
        </p:txBody>
      </p:sp>
      <p:sp>
        <p:nvSpPr>
          <p:cNvPr id="24" name="Google Shape;24;p14"/>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Trebuchet MS"/>
                <a:ea typeface="Trebuchet MS"/>
                <a:cs typeface="Trebuchet MS"/>
                <a:sym typeface="Trebuchet MS"/>
              </a:defRPr>
            </a:lvl1pPr>
            <a:lvl2pPr marR="0" lvl="1"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2pPr>
            <a:lvl3pPr marR="0" lvl="2"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3pPr>
            <a:lvl4pPr marR="0" lvl="3"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4pPr>
            <a:lvl5pPr marR="0" lvl="4"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5pPr>
            <a:lvl6pPr marR="0" lvl="5"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6pPr>
            <a:lvl7pPr marR="0" lvl="6"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7pPr>
            <a:lvl8pPr marR="0" lvl="7"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8pPr>
            <a:lvl9pPr marR="0" lvl="8"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9pPr>
          </a:lstStyle>
          <a:p>
            <a:endParaRPr/>
          </a:p>
        </p:txBody>
      </p:sp>
      <p:sp>
        <p:nvSpPr>
          <p:cNvPr id="25" name="Google Shape;25;p14"/>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chemeClr val="accent1"/>
                </a:solidFill>
                <a:latin typeface="Trebuchet MS"/>
                <a:ea typeface="Trebuchet MS"/>
                <a:cs typeface="Trebuchet MS"/>
                <a:sym typeface="Trebuchet MS"/>
              </a:defRPr>
            </a:lvl1pPr>
            <a:lvl2pPr marL="0" marR="0" lvl="1" indent="0" algn="r" rtl="0">
              <a:spcBef>
                <a:spcPts val="0"/>
              </a:spcBef>
              <a:buNone/>
              <a:defRPr sz="900" b="0" i="0" u="none" strike="noStrike" cap="none">
                <a:solidFill>
                  <a:schemeClr val="accent1"/>
                </a:solidFill>
                <a:latin typeface="Trebuchet MS"/>
                <a:ea typeface="Trebuchet MS"/>
                <a:cs typeface="Trebuchet MS"/>
                <a:sym typeface="Trebuchet MS"/>
              </a:defRPr>
            </a:lvl2pPr>
            <a:lvl3pPr marL="0" marR="0" lvl="2" indent="0" algn="r" rtl="0">
              <a:spcBef>
                <a:spcPts val="0"/>
              </a:spcBef>
              <a:buNone/>
              <a:defRPr sz="900" b="0" i="0" u="none" strike="noStrike" cap="none">
                <a:solidFill>
                  <a:schemeClr val="accent1"/>
                </a:solidFill>
                <a:latin typeface="Trebuchet MS"/>
                <a:ea typeface="Trebuchet MS"/>
                <a:cs typeface="Trebuchet MS"/>
                <a:sym typeface="Trebuchet MS"/>
              </a:defRPr>
            </a:lvl3pPr>
            <a:lvl4pPr marL="0" marR="0" lvl="3" indent="0" algn="r" rtl="0">
              <a:spcBef>
                <a:spcPts val="0"/>
              </a:spcBef>
              <a:buNone/>
              <a:defRPr sz="900" b="0" i="0" u="none" strike="noStrike" cap="none">
                <a:solidFill>
                  <a:schemeClr val="accent1"/>
                </a:solidFill>
                <a:latin typeface="Trebuchet MS"/>
                <a:ea typeface="Trebuchet MS"/>
                <a:cs typeface="Trebuchet MS"/>
                <a:sym typeface="Trebuchet MS"/>
              </a:defRPr>
            </a:lvl4pPr>
            <a:lvl5pPr marL="0" marR="0" lvl="4" indent="0" algn="r" rtl="0">
              <a:spcBef>
                <a:spcPts val="0"/>
              </a:spcBef>
              <a:buNone/>
              <a:defRPr sz="900" b="0" i="0" u="none" strike="noStrike" cap="none">
                <a:solidFill>
                  <a:schemeClr val="accent1"/>
                </a:solidFill>
                <a:latin typeface="Trebuchet MS"/>
                <a:ea typeface="Trebuchet MS"/>
                <a:cs typeface="Trebuchet MS"/>
                <a:sym typeface="Trebuchet MS"/>
              </a:defRPr>
            </a:lvl5pPr>
            <a:lvl6pPr marL="0" marR="0" lvl="5" indent="0" algn="r" rtl="0">
              <a:spcBef>
                <a:spcPts val="0"/>
              </a:spcBef>
              <a:buNone/>
              <a:defRPr sz="900" b="0" i="0" u="none" strike="noStrike" cap="none">
                <a:solidFill>
                  <a:schemeClr val="accent1"/>
                </a:solidFill>
                <a:latin typeface="Trebuchet MS"/>
                <a:ea typeface="Trebuchet MS"/>
                <a:cs typeface="Trebuchet MS"/>
                <a:sym typeface="Trebuchet MS"/>
              </a:defRPr>
            </a:lvl6pPr>
            <a:lvl7pPr marL="0" marR="0" lvl="6" indent="0" algn="r" rtl="0">
              <a:spcBef>
                <a:spcPts val="0"/>
              </a:spcBef>
              <a:buNone/>
              <a:defRPr sz="900" b="0" i="0" u="none" strike="noStrike" cap="none">
                <a:solidFill>
                  <a:schemeClr val="accent1"/>
                </a:solidFill>
                <a:latin typeface="Trebuchet MS"/>
                <a:ea typeface="Trebuchet MS"/>
                <a:cs typeface="Trebuchet MS"/>
                <a:sym typeface="Trebuchet MS"/>
              </a:defRPr>
            </a:lvl7pPr>
            <a:lvl8pPr marL="0" marR="0" lvl="7" indent="0" algn="r" rtl="0">
              <a:spcBef>
                <a:spcPts val="0"/>
              </a:spcBef>
              <a:buNone/>
              <a:defRPr sz="900" b="0" i="0" u="none" strike="noStrike" cap="none">
                <a:solidFill>
                  <a:schemeClr val="accent1"/>
                </a:solidFill>
                <a:latin typeface="Trebuchet MS"/>
                <a:ea typeface="Trebuchet MS"/>
                <a:cs typeface="Trebuchet MS"/>
                <a:sym typeface="Trebuchet MS"/>
              </a:defRPr>
            </a:lvl8pPr>
            <a:lvl9pPr marL="0" marR="0" lvl="8" indent="0" algn="r" rtl="0">
              <a:spcBef>
                <a:spcPts val="0"/>
              </a:spcBef>
              <a:buNone/>
              <a:defRPr sz="900" b="0" i="0" u="none" strike="noStrike" cap="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ethlance.com" TargetMode="External"/><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image" Target="../media/image1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hyperlink" Target="http://lazooz.org" TargetMode="External"/><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hyperlink" Target="http://dapps.ethercasts.com/" TargetMode="Externa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1"/>
          <p:cNvSpPr txBox="1">
            <a:spLocks noGrp="1"/>
          </p:cNvSpPr>
          <p:nvPr>
            <p:ph type="title"/>
          </p:nvPr>
        </p:nvSpPr>
        <p:spPr>
          <a:xfrm>
            <a:off x="555951" y="2768600"/>
            <a:ext cx="10146000" cy="1320900"/>
          </a:xfrm>
          <a:prstGeom prst="rect">
            <a:avLst/>
          </a:prstGeom>
          <a:noFill/>
          <a:ln>
            <a:noFill/>
          </a:ln>
        </p:spPr>
        <p:txBody>
          <a:bodyPr spcFirstLastPara="1" wrap="square" lIns="0" tIns="0" rIns="0" bIns="0" anchor="t" anchorCtr="0">
            <a:normAutofit/>
          </a:bodyPr>
          <a:lstStyle/>
          <a:p>
            <a:pPr marL="0" lvl="0" indent="0" algn="l" rtl="0">
              <a:lnSpc>
                <a:spcPct val="115625"/>
              </a:lnSpc>
              <a:spcBef>
                <a:spcPts val="0"/>
              </a:spcBef>
              <a:spcAft>
                <a:spcPts val="0"/>
              </a:spcAft>
              <a:buClr>
                <a:srgbClr val="124E73"/>
              </a:buClr>
              <a:buSzPts val="4800"/>
              <a:buFont typeface="Arial Black"/>
              <a:buNone/>
            </a:pPr>
            <a:r>
              <a:rPr lang="en-US" sz="4800" b="1">
                <a:solidFill>
                  <a:srgbClr val="124E73"/>
                </a:solidFill>
                <a:latin typeface="Arial Black"/>
                <a:ea typeface="Arial Black"/>
                <a:cs typeface="Arial Black"/>
                <a:sym typeface="Arial Black"/>
              </a:rPr>
              <a:t>  Decentralized applications </a:t>
            </a:r>
            <a:endParaRPr sz="4800" b="1">
              <a:latin typeface="Arial Black"/>
              <a:ea typeface="Arial Black"/>
              <a:cs typeface="Arial Black"/>
              <a:sym typeface="Arial Black"/>
            </a:endParaRPr>
          </a:p>
        </p:txBody>
      </p:sp>
      <p:sp>
        <p:nvSpPr>
          <p:cNvPr id="148" name="Google Shape;148;p1"/>
          <p:cNvSpPr txBox="1"/>
          <p:nvPr/>
        </p:nvSpPr>
        <p:spPr>
          <a:xfrm>
            <a:off x="950976" y="4707677"/>
            <a:ext cx="3767328" cy="95410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0" u="none" strike="noStrike" cap="none">
                <a:solidFill>
                  <a:schemeClr val="dk1"/>
                </a:solidFill>
                <a:latin typeface="Arial"/>
                <a:ea typeface="Arial"/>
                <a:cs typeface="Arial"/>
                <a:sym typeface="Arial"/>
              </a:rPr>
              <a:t>CHIRAG S</a:t>
            </a:r>
            <a:br>
              <a:rPr lang="en-US" sz="2800" b="1" i="0" u="none" strike="noStrike" cap="none">
                <a:solidFill>
                  <a:schemeClr val="dk1"/>
                </a:solidFill>
                <a:latin typeface="Arial"/>
                <a:ea typeface="Arial"/>
                <a:cs typeface="Arial"/>
                <a:sym typeface="Arial"/>
              </a:rPr>
            </a:br>
            <a:r>
              <a:rPr lang="en-US" sz="2800" b="1" i="0" u="none" strike="noStrike" cap="none">
                <a:solidFill>
                  <a:schemeClr val="dk1"/>
                </a:solidFill>
                <a:latin typeface="Arial"/>
                <a:ea typeface="Arial"/>
                <a:cs typeface="Arial"/>
                <a:sym typeface="Arial"/>
              </a:rPr>
              <a:t>4SN22AD019</a:t>
            </a:r>
            <a:endParaRPr sz="2800" b="1">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2"/>
          <p:cNvSpPr/>
          <p:nvPr/>
        </p:nvSpPr>
        <p:spPr>
          <a:xfrm>
            <a:off x="638744" y="1870980"/>
            <a:ext cx="10370922" cy="1088708"/>
          </a:xfrm>
          <a:prstGeom prst="rect">
            <a:avLst/>
          </a:prstGeom>
          <a:noFill/>
          <a:ln>
            <a:noFill/>
          </a:ln>
        </p:spPr>
        <p:txBody>
          <a:bodyPr spcFirstLastPara="1" wrap="square" lIns="0" tIns="0" rIns="0" bIns="0" anchor="t" anchorCtr="0">
            <a:noAutofit/>
          </a:bodyPr>
          <a:lstStyle/>
          <a:p>
            <a:pPr marL="342900" marR="0" lvl="0" indent="-342900" algn="l" rtl="0">
              <a:lnSpc>
                <a:spcPct val="118750"/>
              </a:lnSpc>
              <a:spcBef>
                <a:spcPts val="0"/>
              </a:spcBef>
              <a:spcAft>
                <a:spcPts val="0"/>
              </a:spcAft>
              <a:buClr>
                <a:srgbClr val="2B4150"/>
              </a:buClr>
              <a:buSzPts val="2400"/>
              <a:buFont typeface="Arial"/>
              <a:buChar char="•"/>
            </a:pPr>
            <a:r>
              <a:rPr lang="en-US" sz="2400">
                <a:solidFill>
                  <a:srgbClr val="2B4150"/>
                </a:solidFill>
                <a:latin typeface="Arial"/>
                <a:ea typeface="Arial"/>
                <a:cs typeface="Arial"/>
                <a:sym typeface="Arial"/>
              </a:rPr>
              <a:t>All the ideas mentioned up to this point come under the broader umbrella of decentralized applications, abbreviated to DApps. DAOs, DACs, and DOs are DApps that run on top of a blockchain in a peer-to-peer network. They represent the latest advancement in decentralization technology.</a:t>
            </a:r>
            <a:endParaRPr sz="2400">
              <a:solidFill>
                <a:schemeClr val="dk1"/>
              </a:solidFill>
              <a:latin typeface="Trebuchet MS"/>
              <a:ea typeface="Trebuchet MS"/>
              <a:cs typeface="Trebuchet MS"/>
              <a:sym typeface="Trebuchet MS"/>
            </a:endParaRPr>
          </a:p>
        </p:txBody>
      </p:sp>
      <p:sp>
        <p:nvSpPr>
          <p:cNvPr id="154" name="Google Shape;154;p2"/>
          <p:cNvSpPr/>
          <p:nvPr/>
        </p:nvSpPr>
        <p:spPr>
          <a:xfrm>
            <a:off x="638744" y="3898313"/>
            <a:ext cx="10370922" cy="725805"/>
          </a:xfrm>
          <a:prstGeom prst="rect">
            <a:avLst/>
          </a:prstGeom>
          <a:noFill/>
          <a:ln>
            <a:noFill/>
          </a:ln>
        </p:spPr>
        <p:txBody>
          <a:bodyPr spcFirstLastPara="1" wrap="square" lIns="0" tIns="0" rIns="0" bIns="0" anchor="t" anchorCtr="0">
            <a:noAutofit/>
          </a:bodyPr>
          <a:lstStyle/>
          <a:p>
            <a:pPr marL="342900" marR="0" lvl="0" indent="-342900" algn="l" rtl="0">
              <a:lnSpc>
                <a:spcPct val="118750"/>
              </a:lnSpc>
              <a:spcBef>
                <a:spcPts val="0"/>
              </a:spcBef>
              <a:spcAft>
                <a:spcPts val="0"/>
              </a:spcAft>
              <a:buClr>
                <a:srgbClr val="2B4150"/>
              </a:buClr>
              <a:buSzPts val="2400"/>
              <a:buFont typeface="Arial"/>
              <a:buChar char="•"/>
            </a:pPr>
            <a:r>
              <a:rPr lang="en-US" sz="2400">
                <a:solidFill>
                  <a:srgbClr val="2B4150"/>
                </a:solidFill>
                <a:latin typeface="Arial"/>
                <a:ea typeface="Arial"/>
                <a:cs typeface="Arial"/>
                <a:sym typeface="Arial"/>
              </a:rPr>
              <a:t>DApps at a fundamental level are software programs that execute using either of the following methods. They are categorized as Type 1, Type 2, or Type 3 DApps:</a:t>
            </a:r>
            <a:endParaRPr sz="2400">
              <a:solidFill>
                <a:schemeClr val="dk1"/>
              </a:solidFill>
              <a:latin typeface="Trebuchet MS"/>
              <a:ea typeface="Trebuchet MS"/>
              <a:cs typeface="Trebuchet MS"/>
              <a:sym typeface="Trebuchet M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3"/>
          <p:cNvSpPr/>
          <p:nvPr/>
        </p:nvSpPr>
        <p:spPr>
          <a:xfrm>
            <a:off x="568047" y="325635"/>
            <a:ext cx="4058126" cy="507206"/>
          </a:xfrm>
          <a:prstGeom prst="rect">
            <a:avLst/>
          </a:prstGeom>
          <a:noFill/>
          <a:ln>
            <a:noFill/>
          </a:ln>
        </p:spPr>
        <p:txBody>
          <a:bodyPr spcFirstLastPara="1" wrap="square" lIns="0" tIns="0" rIns="0" bIns="0" anchor="t" anchorCtr="0">
            <a:noAutofit/>
          </a:bodyPr>
          <a:lstStyle/>
          <a:p>
            <a:pPr marL="0" marR="0" lvl="0" indent="0" algn="l" rtl="0">
              <a:lnSpc>
                <a:spcPct val="125396"/>
              </a:lnSpc>
              <a:spcBef>
                <a:spcPts val="0"/>
              </a:spcBef>
              <a:spcAft>
                <a:spcPts val="0"/>
              </a:spcAft>
              <a:buClr>
                <a:srgbClr val="124E73"/>
              </a:buClr>
              <a:buSzPts val="3150"/>
              <a:buFont typeface="MuseoModerno Medium"/>
              <a:buNone/>
            </a:pPr>
            <a:r>
              <a:rPr lang="en-US" sz="3150">
                <a:solidFill>
                  <a:srgbClr val="124E73"/>
                </a:solidFill>
                <a:latin typeface="MuseoModerno Medium"/>
                <a:ea typeface="MuseoModerno Medium"/>
                <a:cs typeface="MuseoModerno Medium"/>
                <a:sym typeface="MuseoModerno Medium"/>
              </a:rPr>
              <a:t>Types of DApps</a:t>
            </a:r>
            <a:endParaRPr sz="3150">
              <a:solidFill>
                <a:schemeClr val="dk1"/>
              </a:solidFill>
              <a:latin typeface="Trebuchet MS"/>
              <a:ea typeface="Trebuchet MS"/>
              <a:cs typeface="Trebuchet MS"/>
              <a:sym typeface="Trebuchet MS"/>
            </a:endParaRPr>
          </a:p>
        </p:txBody>
      </p:sp>
      <p:sp>
        <p:nvSpPr>
          <p:cNvPr id="160" name="Google Shape;160;p3"/>
          <p:cNvSpPr/>
          <p:nvPr/>
        </p:nvSpPr>
        <p:spPr>
          <a:xfrm>
            <a:off x="532829" y="1179130"/>
            <a:ext cx="402700" cy="365165"/>
          </a:xfrm>
          <a:prstGeom prst="roundRect">
            <a:avLst>
              <a:gd name="adj" fmla="val 6668"/>
            </a:avLst>
          </a:prstGeom>
          <a:solidFill>
            <a:srgbClr val="F3EE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3"/>
          <p:cNvSpPr/>
          <p:nvPr/>
        </p:nvSpPr>
        <p:spPr>
          <a:xfrm>
            <a:off x="593611" y="1209491"/>
            <a:ext cx="268511" cy="30432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2B4150"/>
              </a:buClr>
              <a:buSzPts val="1900"/>
              <a:buFont typeface="MuseoModerno Medium"/>
              <a:buNone/>
            </a:pPr>
            <a:r>
              <a:rPr lang="en-US" sz="1900">
                <a:solidFill>
                  <a:srgbClr val="2B4150"/>
                </a:solidFill>
                <a:latin typeface="MuseoModerno Medium"/>
                <a:ea typeface="MuseoModerno Medium"/>
                <a:cs typeface="MuseoModerno Medium"/>
                <a:sym typeface="MuseoModerno Medium"/>
              </a:rPr>
              <a:t>1</a:t>
            </a:r>
            <a:endParaRPr sz="1900">
              <a:solidFill>
                <a:schemeClr val="dk1"/>
              </a:solidFill>
              <a:latin typeface="Trebuchet MS"/>
              <a:ea typeface="Trebuchet MS"/>
              <a:cs typeface="Trebuchet MS"/>
              <a:sym typeface="Trebuchet MS"/>
            </a:endParaRPr>
          </a:p>
        </p:txBody>
      </p:sp>
      <p:sp>
        <p:nvSpPr>
          <p:cNvPr id="162" name="Google Shape;162;p3"/>
          <p:cNvSpPr/>
          <p:nvPr/>
        </p:nvSpPr>
        <p:spPr>
          <a:xfrm>
            <a:off x="1151716" y="1213096"/>
            <a:ext cx="2237629" cy="253603"/>
          </a:xfrm>
          <a:prstGeom prst="rect">
            <a:avLst/>
          </a:prstGeom>
          <a:noFill/>
          <a:ln>
            <a:noFill/>
          </a:ln>
        </p:spPr>
        <p:txBody>
          <a:bodyPr spcFirstLastPara="1" wrap="square" lIns="0" tIns="0" rIns="0" bIns="0" anchor="t" anchorCtr="0">
            <a:noAutofit/>
          </a:bodyPr>
          <a:lstStyle/>
          <a:p>
            <a:pPr marL="0" marR="0" lvl="0" indent="0" algn="l" rtl="0">
              <a:lnSpc>
                <a:spcPct val="108333"/>
              </a:lnSpc>
              <a:spcBef>
                <a:spcPts val="0"/>
              </a:spcBef>
              <a:spcAft>
                <a:spcPts val="0"/>
              </a:spcAft>
              <a:buClr>
                <a:srgbClr val="2B4150"/>
              </a:buClr>
              <a:buSzPts val="1800"/>
              <a:buFont typeface="MuseoModerno Medium"/>
              <a:buNone/>
            </a:pPr>
            <a:r>
              <a:rPr lang="en-US" sz="1800">
                <a:solidFill>
                  <a:srgbClr val="2B4150"/>
                </a:solidFill>
                <a:latin typeface="MuseoModerno Medium"/>
                <a:ea typeface="MuseoModerno Medium"/>
                <a:cs typeface="MuseoModerno Medium"/>
                <a:sym typeface="MuseoModerno Medium"/>
              </a:rPr>
              <a:t>Type 1</a:t>
            </a:r>
            <a:endParaRPr sz="1800">
              <a:solidFill>
                <a:schemeClr val="dk1"/>
              </a:solidFill>
              <a:latin typeface="Trebuchet MS"/>
              <a:ea typeface="Trebuchet MS"/>
              <a:cs typeface="Trebuchet MS"/>
              <a:sym typeface="Trebuchet MS"/>
            </a:endParaRPr>
          </a:p>
        </p:txBody>
      </p:sp>
      <p:sp>
        <p:nvSpPr>
          <p:cNvPr id="163" name="Google Shape;163;p3"/>
          <p:cNvSpPr/>
          <p:nvPr/>
        </p:nvSpPr>
        <p:spPr>
          <a:xfrm>
            <a:off x="644212" y="1628412"/>
            <a:ext cx="10154852" cy="103822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2B4150"/>
              </a:buClr>
              <a:buSzPts val="2000"/>
              <a:buFont typeface="Arial"/>
              <a:buNone/>
            </a:pPr>
            <a:r>
              <a:rPr lang="en-US" sz="2000">
                <a:solidFill>
                  <a:srgbClr val="2B4150"/>
                </a:solidFill>
                <a:latin typeface="Arial"/>
                <a:ea typeface="Arial"/>
                <a:cs typeface="Arial"/>
                <a:sym typeface="Arial"/>
              </a:rPr>
              <a:t>Run on their own dedicated blockchain, for example, standard smart contract based DApps running on Ethereum. If required, they make use of a native token, for example, ETH on Ethereum blockchain.</a:t>
            </a:r>
            <a:endParaRPr sz="2000">
              <a:solidFill>
                <a:schemeClr val="dk1"/>
              </a:solidFill>
              <a:latin typeface="Trebuchet MS"/>
              <a:ea typeface="Trebuchet MS"/>
              <a:cs typeface="Trebuchet MS"/>
              <a:sym typeface="Trebuchet MS"/>
            </a:endParaRPr>
          </a:p>
        </p:txBody>
      </p:sp>
      <p:sp>
        <p:nvSpPr>
          <p:cNvPr id="164" name="Google Shape;164;p3"/>
          <p:cNvSpPr/>
          <p:nvPr/>
        </p:nvSpPr>
        <p:spPr>
          <a:xfrm>
            <a:off x="535710" y="2930467"/>
            <a:ext cx="399819" cy="365165"/>
          </a:xfrm>
          <a:prstGeom prst="roundRect">
            <a:avLst>
              <a:gd name="adj" fmla="val 6668"/>
            </a:avLst>
          </a:prstGeom>
          <a:solidFill>
            <a:srgbClr val="F3EE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3"/>
          <p:cNvSpPr/>
          <p:nvPr/>
        </p:nvSpPr>
        <p:spPr>
          <a:xfrm>
            <a:off x="532829" y="2995047"/>
            <a:ext cx="356414" cy="30432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2B4150"/>
              </a:buClr>
              <a:buSzPts val="1900"/>
              <a:buFont typeface="MuseoModerno Medium"/>
              <a:buNone/>
            </a:pPr>
            <a:r>
              <a:rPr lang="en-US" sz="1900">
                <a:solidFill>
                  <a:srgbClr val="2B4150"/>
                </a:solidFill>
                <a:latin typeface="MuseoModerno Medium"/>
                <a:ea typeface="MuseoModerno Medium"/>
                <a:cs typeface="MuseoModerno Medium"/>
                <a:sym typeface="MuseoModerno Medium"/>
              </a:rPr>
              <a:t>2</a:t>
            </a:r>
            <a:endParaRPr sz="1900">
              <a:solidFill>
                <a:schemeClr val="dk1"/>
              </a:solidFill>
              <a:latin typeface="Trebuchet MS"/>
              <a:ea typeface="Trebuchet MS"/>
              <a:cs typeface="Trebuchet MS"/>
              <a:sym typeface="Trebuchet MS"/>
            </a:endParaRPr>
          </a:p>
        </p:txBody>
      </p:sp>
      <p:sp>
        <p:nvSpPr>
          <p:cNvPr id="166" name="Google Shape;166;p3"/>
          <p:cNvSpPr/>
          <p:nvPr/>
        </p:nvSpPr>
        <p:spPr>
          <a:xfrm>
            <a:off x="1011043" y="2998905"/>
            <a:ext cx="2970169" cy="253603"/>
          </a:xfrm>
          <a:prstGeom prst="rect">
            <a:avLst/>
          </a:prstGeom>
          <a:noFill/>
          <a:ln>
            <a:noFill/>
          </a:ln>
        </p:spPr>
        <p:txBody>
          <a:bodyPr spcFirstLastPara="1" wrap="square" lIns="0" tIns="0" rIns="0" bIns="0" anchor="t" anchorCtr="0">
            <a:noAutofit/>
          </a:bodyPr>
          <a:lstStyle/>
          <a:p>
            <a:pPr marL="0" marR="0" lvl="0" indent="0" algn="l" rtl="0">
              <a:lnSpc>
                <a:spcPct val="108333"/>
              </a:lnSpc>
              <a:spcBef>
                <a:spcPts val="0"/>
              </a:spcBef>
              <a:spcAft>
                <a:spcPts val="0"/>
              </a:spcAft>
              <a:buClr>
                <a:srgbClr val="2B4150"/>
              </a:buClr>
              <a:buSzPts val="1800"/>
              <a:buFont typeface="MuseoModerno Medium"/>
              <a:buNone/>
            </a:pPr>
            <a:r>
              <a:rPr lang="en-US" sz="1800">
                <a:solidFill>
                  <a:srgbClr val="2B4150"/>
                </a:solidFill>
                <a:latin typeface="MuseoModerno Medium"/>
                <a:ea typeface="MuseoModerno Medium"/>
                <a:cs typeface="MuseoModerno Medium"/>
                <a:sym typeface="MuseoModerno Medium"/>
              </a:rPr>
              <a:t>Type 2</a:t>
            </a:r>
            <a:endParaRPr sz="1800">
              <a:solidFill>
                <a:schemeClr val="dk1"/>
              </a:solidFill>
              <a:latin typeface="Trebuchet MS"/>
              <a:ea typeface="Trebuchet MS"/>
              <a:cs typeface="Trebuchet MS"/>
              <a:sym typeface="Trebuchet MS"/>
            </a:endParaRPr>
          </a:p>
        </p:txBody>
      </p:sp>
      <p:sp>
        <p:nvSpPr>
          <p:cNvPr id="167" name="Google Shape;167;p3"/>
          <p:cNvSpPr/>
          <p:nvPr/>
        </p:nvSpPr>
        <p:spPr>
          <a:xfrm>
            <a:off x="1011042" y="3349901"/>
            <a:ext cx="8452998" cy="103822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B4150"/>
              </a:buClr>
              <a:buSzPts val="2000"/>
              <a:buFont typeface="Arial"/>
              <a:buNone/>
            </a:pPr>
            <a:r>
              <a:rPr lang="en-US" sz="2000">
                <a:solidFill>
                  <a:srgbClr val="2B4150"/>
                </a:solidFill>
                <a:latin typeface="Arial"/>
                <a:ea typeface="Arial"/>
                <a:cs typeface="Arial"/>
                <a:sym typeface="Arial"/>
              </a:rPr>
              <a:t>Use an existing established blockchain. that is, make use of Type 1 blockchain and bear custom protocols and tokens, for example, smart contract based tokenization DApps running Ethereum blockchain.</a:t>
            </a:r>
            <a:endParaRPr sz="2000">
              <a:solidFill>
                <a:schemeClr val="dk1"/>
              </a:solidFill>
              <a:latin typeface="Trebuchet MS"/>
              <a:ea typeface="Trebuchet MS"/>
              <a:cs typeface="Trebuchet MS"/>
              <a:sym typeface="Trebuchet MS"/>
            </a:endParaRPr>
          </a:p>
        </p:txBody>
      </p:sp>
      <p:sp>
        <p:nvSpPr>
          <p:cNvPr id="168" name="Google Shape;168;p3"/>
          <p:cNvSpPr/>
          <p:nvPr/>
        </p:nvSpPr>
        <p:spPr>
          <a:xfrm>
            <a:off x="532830" y="4388126"/>
            <a:ext cx="402700" cy="365165"/>
          </a:xfrm>
          <a:prstGeom prst="roundRect">
            <a:avLst>
              <a:gd name="adj" fmla="val 6668"/>
            </a:avLst>
          </a:prstGeom>
          <a:solidFill>
            <a:srgbClr val="F3EE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3"/>
          <p:cNvSpPr/>
          <p:nvPr/>
        </p:nvSpPr>
        <p:spPr>
          <a:xfrm>
            <a:off x="235430" y="4457950"/>
            <a:ext cx="984872" cy="30432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2B4150"/>
              </a:buClr>
              <a:buSzPts val="1900"/>
              <a:buFont typeface="MuseoModerno Medium"/>
              <a:buNone/>
            </a:pPr>
            <a:r>
              <a:rPr lang="en-US" sz="1900">
                <a:solidFill>
                  <a:srgbClr val="2B4150"/>
                </a:solidFill>
                <a:latin typeface="MuseoModerno Medium"/>
                <a:ea typeface="MuseoModerno Medium"/>
                <a:cs typeface="MuseoModerno Medium"/>
                <a:sym typeface="MuseoModerno Medium"/>
              </a:rPr>
              <a:t>3</a:t>
            </a:r>
            <a:endParaRPr sz="1900">
              <a:solidFill>
                <a:schemeClr val="dk1"/>
              </a:solidFill>
              <a:latin typeface="Trebuchet MS"/>
              <a:ea typeface="Trebuchet MS"/>
              <a:cs typeface="Trebuchet MS"/>
              <a:sym typeface="Trebuchet MS"/>
            </a:endParaRPr>
          </a:p>
        </p:txBody>
      </p:sp>
      <p:sp>
        <p:nvSpPr>
          <p:cNvPr id="170" name="Google Shape;170;p3"/>
          <p:cNvSpPr/>
          <p:nvPr/>
        </p:nvSpPr>
        <p:spPr>
          <a:xfrm>
            <a:off x="1060275" y="4396276"/>
            <a:ext cx="8207421" cy="253603"/>
          </a:xfrm>
          <a:prstGeom prst="rect">
            <a:avLst/>
          </a:prstGeom>
          <a:noFill/>
          <a:ln>
            <a:noFill/>
          </a:ln>
        </p:spPr>
        <p:txBody>
          <a:bodyPr spcFirstLastPara="1" wrap="square" lIns="0" tIns="0" rIns="0" bIns="0" anchor="t" anchorCtr="0">
            <a:noAutofit/>
          </a:bodyPr>
          <a:lstStyle/>
          <a:p>
            <a:pPr marL="0" marR="0" lvl="0" indent="0" algn="l" rtl="0">
              <a:lnSpc>
                <a:spcPct val="108333"/>
              </a:lnSpc>
              <a:spcBef>
                <a:spcPts val="0"/>
              </a:spcBef>
              <a:spcAft>
                <a:spcPts val="0"/>
              </a:spcAft>
              <a:buClr>
                <a:srgbClr val="2B4150"/>
              </a:buClr>
              <a:buSzPts val="1800"/>
              <a:buFont typeface="MuseoModerno Medium"/>
              <a:buNone/>
            </a:pPr>
            <a:r>
              <a:rPr lang="en-US" sz="1800">
                <a:solidFill>
                  <a:srgbClr val="2B4150"/>
                </a:solidFill>
                <a:latin typeface="MuseoModerno Medium"/>
                <a:ea typeface="MuseoModerno Medium"/>
                <a:cs typeface="MuseoModerno Medium"/>
                <a:sym typeface="MuseoModerno Medium"/>
              </a:rPr>
              <a:t>Type 3</a:t>
            </a:r>
            <a:endParaRPr sz="1800">
              <a:solidFill>
                <a:schemeClr val="dk1"/>
              </a:solidFill>
              <a:latin typeface="Trebuchet MS"/>
              <a:ea typeface="Trebuchet MS"/>
              <a:cs typeface="Trebuchet MS"/>
              <a:sym typeface="Trebuchet MS"/>
            </a:endParaRPr>
          </a:p>
        </p:txBody>
      </p:sp>
      <p:sp>
        <p:nvSpPr>
          <p:cNvPr id="171" name="Google Shape;171;p3"/>
          <p:cNvSpPr/>
          <p:nvPr/>
        </p:nvSpPr>
        <p:spPr>
          <a:xfrm>
            <a:off x="1060275" y="4794843"/>
            <a:ext cx="7909989" cy="774883"/>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B4150"/>
              </a:buClr>
              <a:buSzPts val="2000"/>
              <a:buFont typeface="Arial"/>
              <a:buNone/>
            </a:pPr>
            <a:r>
              <a:rPr lang="en-US" sz="2000">
                <a:solidFill>
                  <a:srgbClr val="2B4150"/>
                </a:solidFill>
                <a:latin typeface="Arial"/>
                <a:ea typeface="Arial"/>
                <a:cs typeface="Arial"/>
                <a:sym typeface="Arial"/>
              </a:rPr>
              <a:t>Use the protocols of Type 2 DApps; for example, the SAFE Network uses the OMNI network protocol.</a:t>
            </a:r>
            <a:endParaRPr sz="2000">
              <a:solidFill>
                <a:schemeClr val="dk1"/>
              </a:solidFill>
              <a:latin typeface="Trebuchet MS"/>
              <a:ea typeface="Trebuchet MS"/>
              <a:cs typeface="Trebuchet MS"/>
              <a:sym typeface="Trebuchet MS"/>
            </a:endParaRPr>
          </a:p>
        </p:txBody>
      </p:sp>
      <p:sp>
        <p:nvSpPr>
          <p:cNvPr id="172" name="Google Shape;172;p3"/>
          <p:cNvSpPr/>
          <p:nvPr/>
        </p:nvSpPr>
        <p:spPr>
          <a:xfrm>
            <a:off x="889243" y="5569726"/>
            <a:ext cx="9451538" cy="842549"/>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B4150"/>
              </a:buClr>
              <a:buSzPts val="2000"/>
              <a:buFont typeface="Arial"/>
              <a:buNone/>
            </a:pPr>
            <a:r>
              <a:rPr lang="en-US" sz="2000">
                <a:solidFill>
                  <a:srgbClr val="2B4150"/>
                </a:solidFill>
                <a:latin typeface="Arial"/>
                <a:ea typeface="Arial"/>
                <a:cs typeface="Arial"/>
                <a:sym typeface="Arial"/>
              </a:rPr>
              <a:t>For example, Ethlance is a DApp that makes use of ETH to provide a job market. </a:t>
            </a:r>
            <a:endParaRPr/>
          </a:p>
          <a:p>
            <a:pPr marL="0" marR="0" lvl="0" indent="0" algn="l" rtl="0">
              <a:lnSpc>
                <a:spcPct val="100000"/>
              </a:lnSpc>
              <a:spcBef>
                <a:spcPts val="0"/>
              </a:spcBef>
              <a:spcAft>
                <a:spcPts val="0"/>
              </a:spcAft>
              <a:buClr>
                <a:srgbClr val="2B4150"/>
              </a:buClr>
              <a:buSzPts val="2000"/>
              <a:buFont typeface="Arial"/>
              <a:buNone/>
            </a:pPr>
            <a:r>
              <a:rPr lang="en-US" sz="2000">
                <a:solidFill>
                  <a:srgbClr val="2B4150"/>
                </a:solidFill>
                <a:latin typeface="Arial"/>
                <a:ea typeface="Arial"/>
                <a:cs typeface="Arial"/>
                <a:sym typeface="Arial"/>
              </a:rPr>
              <a:t>More information about Ethlance can be found at </a:t>
            </a:r>
            <a:r>
              <a:rPr lang="en-US" sz="2000" u="sng">
                <a:solidFill>
                  <a:srgbClr val="325F7B"/>
                </a:solidFill>
                <a:latin typeface="Arial"/>
                <a:ea typeface="Arial"/>
                <a:cs typeface="Arial"/>
                <a:sym typeface="Arial"/>
                <a:hlinkClick r:id="rId3">
                  <a:extLst>
                    <a:ext uri="{A12FA001-AC4F-418D-AE19-62706E023703}">
                      <ahyp:hlinkClr xmlns:ahyp="http://schemas.microsoft.com/office/drawing/2018/hyperlinkcolor" val="tx"/>
                    </a:ext>
                  </a:extLst>
                </a:hlinkClick>
              </a:rPr>
              <a:t>https://ethlance.com</a:t>
            </a:r>
            <a:r>
              <a:rPr lang="en-US" sz="2000">
                <a:solidFill>
                  <a:srgbClr val="2B4150"/>
                </a:solidFill>
                <a:latin typeface="Arial"/>
                <a:ea typeface="Arial"/>
                <a:cs typeface="Arial"/>
                <a:sym typeface="Arial"/>
              </a:rPr>
              <a:t>.</a:t>
            </a:r>
            <a:endParaRPr sz="2000">
              <a:solidFill>
                <a:schemeClr val="dk1"/>
              </a:solidFill>
              <a:latin typeface="Trebuchet MS"/>
              <a:ea typeface="Trebuchet MS"/>
              <a:cs typeface="Trebuchet MS"/>
              <a:sym typeface="Trebuchet M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4"/>
          <p:cNvSpPr/>
          <p:nvPr/>
        </p:nvSpPr>
        <p:spPr>
          <a:xfrm>
            <a:off x="504063" y="379588"/>
            <a:ext cx="12139255" cy="678656"/>
          </a:xfrm>
          <a:prstGeom prst="rect">
            <a:avLst/>
          </a:prstGeom>
          <a:noFill/>
          <a:ln>
            <a:noFill/>
          </a:ln>
        </p:spPr>
        <p:txBody>
          <a:bodyPr spcFirstLastPara="1" wrap="square" lIns="0" tIns="0" rIns="0" bIns="0" anchor="t" anchorCtr="0">
            <a:noAutofit/>
          </a:bodyPr>
          <a:lstStyle/>
          <a:p>
            <a:pPr marL="0" marR="0" lvl="0" indent="0" algn="l" rtl="0">
              <a:lnSpc>
                <a:spcPct val="165625"/>
              </a:lnSpc>
              <a:spcBef>
                <a:spcPts val="0"/>
              </a:spcBef>
              <a:spcAft>
                <a:spcPts val="0"/>
              </a:spcAft>
              <a:buClr>
                <a:srgbClr val="124E73"/>
              </a:buClr>
              <a:buSzPts val="3200"/>
              <a:buFont typeface="MuseoModerno Medium"/>
              <a:buNone/>
            </a:pPr>
            <a:r>
              <a:rPr lang="en-US" sz="3200">
                <a:solidFill>
                  <a:srgbClr val="124E73"/>
                </a:solidFill>
                <a:latin typeface="MuseoModerno Medium"/>
                <a:ea typeface="MuseoModerno Medium"/>
                <a:cs typeface="MuseoModerno Medium"/>
                <a:sym typeface="MuseoModerno Medium"/>
              </a:rPr>
              <a:t>Understanding DApp Types Through Examples</a:t>
            </a:r>
            <a:endParaRPr sz="3200">
              <a:solidFill>
                <a:schemeClr val="dk1"/>
              </a:solidFill>
              <a:latin typeface="Trebuchet MS"/>
              <a:ea typeface="Trebuchet MS"/>
              <a:cs typeface="Trebuchet MS"/>
              <a:sym typeface="Trebuchet MS"/>
            </a:endParaRPr>
          </a:p>
        </p:txBody>
      </p:sp>
      <p:sp>
        <p:nvSpPr>
          <p:cNvPr id="179" name="Google Shape;179;p4"/>
          <p:cNvSpPr/>
          <p:nvPr/>
        </p:nvSpPr>
        <p:spPr>
          <a:xfrm>
            <a:off x="357758" y="1462870"/>
            <a:ext cx="3747897" cy="339328"/>
          </a:xfrm>
          <a:prstGeom prst="rect">
            <a:avLst/>
          </a:prstGeom>
          <a:noFill/>
          <a:ln>
            <a:noFill/>
          </a:ln>
        </p:spPr>
        <p:txBody>
          <a:bodyPr spcFirstLastPara="1" wrap="square" lIns="0" tIns="0" rIns="0" bIns="0" anchor="t" anchorCtr="0">
            <a:noAutofit/>
          </a:bodyPr>
          <a:lstStyle/>
          <a:p>
            <a:pPr marL="0" marR="0" lvl="0" indent="0" algn="l" rtl="0">
              <a:lnSpc>
                <a:spcPct val="126190"/>
              </a:lnSpc>
              <a:spcBef>
                <a:spcPts val="0"/>
              </a:spcBef>
              <a:spcAft>
                <a:spcPts val="0"/>
              </a:spcAft>
              <a:buClr>
                <a:srgbClr val="124E73"/>
              </a:buClr>
              <a:buSzPts val="2100"/>
              <a:buFont typeface="MuseoModerno Medium"/>
              <a:buNone/>
            </a:pPr>
            <a:r>
              <a:rPr lang="en-US" sz="2100" dirty="0">
                <a:solidFill>
                  <a:srgbClr val="124E73"/>
                </a:solidFill>
                <a:latin typeface="MuseoModerno Medium"/>
                <a:ea typeface="MuseoModerno Medium"/>
                <a:cs typeface="MuseoModerno Medium"/>
                <a:sym typeface="MuseoModerno Medium"/>
              </a:rPr>
              <a:t>USDT Token Example</a:t>
            </a:r>
            <a:endParaRPr sz="2100" dirty="0">
              <a:solidFill>
                <a:schemeClr val="dk1"/>
              </a:solidFill>
              <a:latin typeface="Trebuchet MS"/>
              <a:ea typeface="Trebuchet MS"/>
              <a:cs typeface="Trebuchet MS"/>
              <a:sym typeface="Trebuchet MS"/>
            </a:endParaRPr>
          </a:p>
        </p:txBody>
      </p:sp>
      <p:sp>
        <p:nvSpPr>
          <p:cNvPr id="180" name="Google Shape;180;p4"/>
          <p:cNvSpPr/>
          <p:nvPr/>
        </p:nvSpPr>
        <p:spPr>
          <a:xfrm>
            <a:off x="254200" y="1995000"/>
            <a:ext cx="5555700" cy="4686900"/>
          </a:xfrm>
          <a:prstGeom prst="rect">
            <a:avLst/>
          </a:prstGeom>
          <a:noFill/>
          <a:ln>
            <a:noFill/>
          </a:ln>
        </p:spPr>
        <p:txBody>
          <a:bodyPr spcFirstLastPara="1" wrap="square" lIns="0" tIns="0" rIns="0" bIns="0" anchor="t" anchorCtr="0">
            <a:noAutofit/>
          </a:bodyPr>
          <a:lstStyle/>
          <a:p>
            <a:pPr marL="0" marR="0" lvl="0" indent="0" algn="l" rtl="0">
              <a:lnSpc>
                <a:spcPct val="168750"/>
              </a:lnSpc>
              <a:spcBef>
                <a:spcPts val="0"/>
              </a:spcBef>
              <a:spcAft>
                <a:spcPts val="0"/>
              </a:spcAft>
              <a:buClr>
                <a:srgbClr val="2B4150"/>
              </a:buClr>
              <a:buSzPts val="1600"/>
              <a:buFont typeface="Arial"/>
              <a:buNone/>
            </a:pPr>
            <a:r>
              <a:rPr lang="en-US" sz="1600" dirty="0">
                <a:solidFill>
                  <a:srgbClr val="2B4150"/>
                </a:solidFill>
                <a:latin typeface="Arial"/>
                <a:ea typeface="Arial"/>
                <a:cs typeface="Arial"/>
                <a:sym typeface="Arial"/>
              </a:rPr>
              <a:t>Another example to understand the difference between different types of </a:t>
            </a:r>
            <a:r>
              <a:rPr lang="en-US" sz="1600" dirty="0" err="1">
                <a:solidFill>
                  <a:srgbClr val="2B4150"/>
                </a:solidFill>
                <a:latin typeface="Arial"/>
                <a:ea typeface="Arial"/>
                <a:cs typeface="Arial"/>
                <a:sym typeface="Arial"/>
              </a:rPr>
              <a:t>DApps</a:t>
            </a:r>
            <a:r>
              <a:rPr lang="en-US" sz="1600" dirty="0">
                <a:solidFill>
                  <a:srgbClr val="2B4150"/>
                </a:solidFill>
                <a:latin typeface="Arial"/>
                <a:ea typeface="Arial"/>
                <a:cs typeface="Arial"/>
                <a:sym typeface="Arial"/>
              </a:rPr>
              <a:t> is the USDT token (Tethers). The original USDT uses the OMNI layer (a Type 2 </a:t>
            </a:r>
            <a:r>
              <a:rPr lang="en-US" sz="1600" dirty="0" err="1">
                <a:solidFill>
                  <a:srgbClr val="2B4150"/>
                </a:solidFill>
                <a:latin typeface="Arial"/>
                <a:ea typeface="Arial"/>
                <a:cs typeface="Arial"/>
                <a:sym typeface="Arial"/>
              </a:rPr>
              <a:t>DApp</a:t>
            </a:r>
            <a:r>
              <a:rPr lang="en-US" sz="1600" dirty="0">
                <a:solidFill>
                  <a:srgbClr val="2B4150"/>
                </a:solidFill>
                <a:latin typeface="Arial"/>
                <a:ea typeface="Arial"/>
                <a:cs typeface="Arial"/>
                <a:sym typeface="Arial"/>
              </a:rPr>
              <a:t>) on top of the Bitcoin network. USDT is also available on Ethereum using ERC20 tokens. This example shows that a USDT can be considered a Type 3 </a:t>
            </a:r>
            <a:r>
              <a:rPr lang="en-US" sz="1600" dirty="0" err="1">
                <a:solidFill>
                  <a:srgbClr val="2B4150"/>
                </a:solidFill>
                <a:latin typeface="Arial"/>
                <a:ea typeface="Arial"/>
                <a:cs typeface="Arial"/>
                <a:sym typeface="Arial"/>
              </a:rPr>
              <a:t>DApp</a:t>
            </a:r>
            <a:r>
              <a:rPr lang="en-US" sz="1600" dirty="0">
                <a:solidFill>
                  <a:srgbClr val="2B4150"/>
                </a:solidFill>
                <a:latin typeface="Arial"/>
                <a:ea typeface="Arial"/>
                <a:cs typeface="Arial"/>
                <a:sym typeface="Arial"/>
              </a:rPr>
              <a:t>, where the OMNI layer protocol (a Type 2 </a:t>
            </a:r>
            <a:r>
              <a:rPr lang="en-US" sz="1600" dirty="0" err="1">
                <a:solidFill>
                  <a:srgbClr val="2B4150"/>
                </a:solidFill>
                <a:latin typeface="Arial"/>
                <a:ea typeface="Arial"/>
                <a:cs typeface="Arial"/>
                <a:sym typeface="Arial"/>
              </a:rPr>
              <a:t>DApp</a:t>
            </a:r>
            <a:r>
              <a:rPr lang="en-US" sz="1600" dirty="0">
                <a:solidFill>
                  <a:srgbClr val="2B4150"/>
                </a:solidFill>
                <a:latin typeface="Arial"/>
                <a:ea typeface="Arial"/>
                <a:cs typeface="Arial"/>
                <a:sym typeface="Arial"/>
              </a:rPr>
              <a:t>) is used, which is itself built on Bitcoin (a Type 1 </a:t>
            </a:r>
            <a:r>
              <a:rPr lang="en-US" sz="1600" dirty="0" err="1">
                <a:solidFill>
                  <a:srgbClr val="2B4150"/>
                </a:solidFill>
                <a:latin typeface="Arial"/>
                <a:ea typeface="Arial"/>
                <a:cs typeface="Arial"/>
                <a:sym typeface="Arial"/>
              </a:rPr>
              <a:t>DApp</a:t>
            </a:r>
            <a:r>
              <a:rPr lang="en-US" sz="1600" dirty="0">
                <a:solidFill>
                  <a:srgbClr val="2B4150"/>
                </a:solidFill>
                <a:latin typeface="Arial"/>
                <a:ea typeface="Arial"/>
                <a:cs typeface="Arial"/>
                <a:sym typeface="Arial"/>
              </a:rPr>
              <a:t>). Also, from an Ethereum point of view USDT can also be considered a Type 3 </a:t>
            </a:r>
            <a:r>
              <a:rPr lang="en-US" sz="1600" dirty="0" err="1">
                <a:solidFill>
                  <a:srgbClr val="2B4150"/>
                </a:solidFill>
                <a:latin typeface="Arial"/>
                <a:ea typeface="Arial"/>
                <a:cs typeface="Arial"/>
                <a:sym typeface="Arial"/>
              </a:rPr>
              <a:t>DApp</a:t>
            </a:r>
            <a:r>
              <a:rPr lang="en-US" sz="1600" dirty="0">
                <a:solidFill>
                  <a:srgbClr val="2B4150"/>
                </a:solidFill>
                <a:latin typeface="Arial"/>
                <a:ea typeface="Arial"/>
                <a:cs typeface="Arial"/>
                <a:sym typeface="Arial"/>
              </a:rPr>
              <a:t> in that it makes use of the Type 1 </a:t>
            </a:r>
            <a:r>
              <a:rPr lang="en-US" sz="1600" dirty="0" err="1">
                <a:solidFill>
                  <a:srgbClr val="2B4150"/>
                </a:solidFill>
                <a:latin typeface="Arial"/>
                <a:ea typeface="Arial"/>
                <a:cs typeface="Arial"/>
                <a:sym typeface="Arial"/>
              </a:rPr>
              <a:t>DApp</a:t>
            </a:r>
            <a:r>
              <a:rPr lang="en-US" sz="1600" dirty="0">
                <a:solidFill>
                  <a:srgbClr val="2B4150"/>
                </a:solidFill>
                <a:latin typeface="Arial"/>
                <a:ea typeface="Arial"/>
                <a:cs typeface="Arial"/>
                <a:sym typeface="Arial"/>
              </a:rPr>
              <a:t> Ethereum blockchain using the ERC 20 standard, which was built to operate on Ethereum.</a:t>
            </a:r>
            <a:endParaRPr sz="1600" dirty="0">
              <a:solidFill>
                <a:schemeClr val="dk1"/>
              </a:solidFill>
              <a:latin typeface="Trebuchet MS"/>
              <a:ea typeface="Trebuchet MS"/>
              <a:cs typeface="Trebuchet MS"/>
              <a:sym typeface="Trebuchet MS"/>
            </a:endParaRPr>
          </a:p>
        </p:txBody>
      </p:sp>
      <p:sp>
        <p:nvSpPr>
          <p:cNvPr id="181" name="Google Shape;181;p4"/>
          <p:cNvSpPr/>
          <p:nvPr/>
        </p:nvSpPr>
        <p:spPr>
          <a:xfrm>
            <a:off x="6005822" y="1399365"/>
            <a:ext cx="3199447" cy="339328"/>
          </a:xfrm>
          <a:prstGeom prst="rect">
            <a:avLst/>
          </a:prstGeom>
          <a:noFill/>
          <a:ln>
            <a:noFill/>
          </a:ln>
        </p:spPr>
        <p:txBody>
          <a:bodyPr spcFirstLastPara="1" wrap="square" lIns="0" tIns="0" rIns="0" bIns="0" anchor="t" anchorCtr="0">
            <a:noAutofit/>
          </a:bodyPr>
          <a:lstStyle/>
          <a:p>
            <a:pPr marL="0" marR="0" lvl="0" indent="0" algn="l" rtl="0">
              <a:lnSpc>
                <a:spcPct val="126190"/>
              </a:lnSpc>
              <a:spcBef>
                <a:spcPts val="0"/>
              </a:spcBef>
              <a:spcAft>
                <a:spcPts val="0"/>
              </a:spcAft>
              <a:buClr>
                <a:srgbClr val="124E73"/>
              </a:buClr>
              <a:buSzPts val="2100"/>
              <a:buFont typeface="MuseoModerno Medium"/>
              <a:buNone/>
            </a:pPr>
            <a:r>
              <a:rPr lang="en-US" sz="2100">
                <a:solidFill>
                  <a:srgbClr val="124E73"/>
                </a:solidFill>
                <a:latin typeface="MuseoModerno Medium"/>
                <a:ea typeface="MuseoModerno Medium"/>
                <a:cs typeface="MuseoModerno Medium"/>
                <a:sym typeface="MuseoModerno Medium"/>
              </a:rPr>
              <a:t>Current DApp Landscape</a:t>
            </a:r>
            <a:endParaRPr sz="2100">
              <a:solidFill>
                <a:schemeClr val="dk1"/>
              </a:solidFill>
              <a:latin typeface="Trebuchet MS"/>
              <a:ea typeface="Trebuchet MS"/>
              <a:cs typeface="Trebuchet MS"/>
              <a:sym typeface="Trebuchet MS"/>
            </a:endParaRPr>
          </a:p>
        </p:txBody>
      </p:sp>
      <p:sp>
        <p:nvSpPr>
          <p:cNvPr id="182" name="Google Shape;182;p4"/>
          <p:cNvSpPr/>
          <p:nvPr/>
        </p:nvSpPr>
        <p:spPr>
          <a:xfrm>
            <a:off x="6005822" y="1802197"/>
            <a:ext cx="5753400" cy="2779500"/>
          </a:xfrm>
          <a:prstGeom prst="rect">
            <a:avLst/>
          </a:prstGeom>
          <a:noFill/>
          <a:ln>
            <a:noFill/>
          </a:ln>
        </p:spPr>
        <p:txBody>
          <a:bodyPr spcFirstLastPara="1" wrap="square" lIns="0" tIns="0" rIns="0" bIns="0" anchor="t" anchorCtr="0">
            <a:noAutofit/>
          </a:bodyPr>
          <a:lstStyle/>
          <a:p>
            <a:pPr marL="0" marR="0" lvl="0" indent="0" algn="l" rtl="0">
              <a:lnSpc>
                <a:spcPct val="168750"/>
              </a:lnSpc>
              <a:spcBef>
                <a:spcPts val="0"/>
              </a:spcBef>
              <a:spcAft>
                <a:spcPts val="0"/>
              </a:spcAft>
              <a:buClr>
                <a:srgbClr val="2B4150"/>
              </a:buClr>
              <a:buSzPts val="1600"/>
              <a:buFont typeface="Arial"/>
              <a:buNone/>
            </a:pPr>
            <a:r>
              <a:rPr lang="en-US" sz="1600">
                <a:solidFill>
                  <a:srgbClr val="2B4150"/>
                </a:solidFill>
                <a:latin typeface="Arial"/>
                <a:ea typeface="Arial"/>
                <a:cs typeface="Arial"/>
                <a:sym typeface="Arial"/>
              </a:rPr>
              <a:t>In the last few years, the expression DApp has been increasingly used to refer to any end-to-end decentralized blockchain application, including a user interface (usually a web interface), smart contract(s), and the host blockchain. The clear distinction between different types of DApps is now not commonly referred to, but it does exist. Often, DApps are now considered just as apps (blockchain apps) running on a blockchain such as Ethereum, Tezos, NEO, or EOS without any particular reference to their type.</a:t>
            </a:r>
            <a:endParaRPr sz="1600">
              <a:solidFill>
                <a:schemeClr val="dk1"/>
              </a:solidFill>
              <a:latin typeface="Trebuchet MS"/>
              <a:ea typeface="Trebuchet MS"/>
              <a:cs typeface="Trebuchet MS"/>
              <a:sym typeface="Trebuchet M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5"/>
          <p:cNvSpPr/>
          <p:nvPr/>
        </p:nvSpPr>
        <p:spPr>
          <a:xfrm>
            <a:off x="723900" y="568762"/>
            <a:ext cx="6133862" cy="646271"/>
          </a:xfrm>
          <a:prstGeom prst="rect">
            <a:avLst/>
          </a:prstGeom>
          <a:noFill/>
          <a:ln>
            <a:noFill/>
          </a:ln>
        </p:spPr>
        <p:txBody>
          <a:bodyPr spcFirstLastPara="1" wrap="square" lIns="0" tIns="0" rIns="0" bIns="0" anchor="t" anchorCtr="0">
            <a:noAutofit/>
          </a:bodyPr>
          <a:lstStyle/>
          <a:p>
            <a:pPr marL="0" marR="0" lvl="0" indent="0" algn="l" rtl="0">
              <a:lnSpc>
                <a:spcPct val="124691"/>
              </a:lnSpc>
              <a:spcBef>
                <a:spcPts val="0"/>
              </a:spcBef>
              <a:spcAft>
                <a:spcPts val="0"/>
              </a:spcAft>
              <a:buClr>
                <a:srgbClr val="124E73"/>
              </a:buClr>
              <a:buSzPts val="4050"/>
              <a:buFont typeface="MuseoModerno Medium"/>
              <a:buNone/>
            </a:pPr>
            <a:r>
              <a:rPr lang="en-US" sz="4050">
                <a:solidFill>
                  <a:srgbClr val="124E73"/>
                </a:solidFill>
                <a:latin typeface="MuseoModerno Medium"/>
                <a:ea typeface="MuseoModerno Medium"/>
                <a:cs typeface="MuseoModerno Medium"/>
                <a:sym typeface="MuseoModerno Medium"/>
              </a:rPr>
              <a:t>Requirements of a DApp</a:t>
            </a:r>
            <a:endParaRPr sz="4050">
              <a:solidFill>
                <a:schemeClr val="dk1"/>
              </a:solidFill>
              <a:latin typeface="Trebuchet MS"/>
              <a:ea typeface="Trebuchet MS"/>
              <a:cs typeface="Trebuchet MS"/>
              <a:sym typeface="Trebuchet MS"/>
            </a:endParaRPr>
          </a:p>
        </p:txBody>
      </p:sp>
      <p:sp>
        <p:nvSpPr>
          <p:cNvPr id="189" name="Google Shape;189;p5"/>
          <p:cNvSpPr/>
          <p:nvPr/>
        </p:nvSpPr>
        <p:spPr>
          <a:xfrm>
            <a:off x="546677" y="1741100"/>
            <a:ext cx="4023300" cy="323100"/>
          </a:xfrm>
          <a:prstGeom prst="rect">
            <a:avLst/>
          </a:prstGeom>
          <a:noFill/>
          <a:ln>
            <a:noFill/>
          </a:ln>
        </p:spPr>
        <p:txBody>
          <a:bodyPr spcFirstLastPara="1" wrap="square" lIns="0" tIns="0" rIns="0" bIns="0" anchor="t" anchorCtr="0">
            <a:noAutofit/>
          </a:bodyPr>
          <a:lstStyle/>
          <a:p>
            <a:pPr marL="0" marR="0" lvl="0" indent="0" algn="l" rtl="0">
              <a:lnSpc>
                <a:spcPct val="119047"/>
              </a:lnSpc>
              <a:spcBef>
                <a:spcPts val="0"/>
              </a:spcBef>
              <a:spcAft>
                <a:spcPts val="0"/>
              </a:spcAft>
              <a:buClr>
                <a:srgbClr val="2B4150"/>
              </a:buClr>
              <a:buSzPts val="2100"/>
              <a:buFont typeface="MuseoModerno Medium"/>
              <a:buNone/>
            </a:pPr>
            <a:r>
              <a:rPr lang="en-US" sz="2100" u="sng">
                <a:solidFill>
                  <a:srgbClr val="2B4150"/>
                </a:solidFill>
                <a:latin typeface="MuseoModerno Medium"/>
                <a:ea typeface="MuseoModerno Medium"/>
                <a:cs typeface="MuseoModerno Medium"/>
                <a:sym typeface="MuseoModerno Medium"/>
              </a:rPr>
              <a:t>Open Source &amp; Autonomous</a:t>
            </a:r>
            <a:endParaRPr sz="2100" u="sng">
              <a:solidFill>
                <a:schemeClr val="dk1"/>
              </a:solidFill>
              <a:latin typeface="Trebuchet MS"/>
              <a:ea typeface="Trebuchet MS"/>
              <a:cs typeface="Trebuchet MS"/>
              <a:sym typeface="Trebuchet MS"/>
            </a:endParaRPr>
          </a:p>
        </p:txBody>
      </p:sp>
      <p:sp>
        <p:nvSpPr>
          <p:cNvPr id="190" name="Google Shape;190;p5"/>
          <p:cNvSpPr/>
          <p:nvPr/>
        </p:nvSpPr>
        <p:spPr>
          <a:xfrm>
            <a:off x="546665" y="2188189"/>
            <a:ext cx="5549336" cy="1323499"/>
          </a:xfrm>
          <a:prstGeom prst="rect">
            <a:avLst/>
          </a:prstGeom>
          <a:noFill/>
          <a:ln>
            <a:noFill/>
          </a:ln>
        </p:spPr>
        <p:txBody>
          <a:bodyPr spcFirstLastPara="1" wrap="square" lIns="0" tIns="0" rIns="0" bIns="0" anchor="t" anchorCtr="0">
            <a:noAutofit/>
          </a:bodyPr>
          <a:lstStyle/>
          <a:p>
            <a:pPr marL="0" marR="0" lvl="0" indent="0" algn="l" rtl="0">
              <a:lnSpc>
                <a:spcPct val="144444"/>
              </a:lnSpc>
              <a:spcBef>
                <a:spcPts val="0"/>
              </a:spcBef>
              <a:spcAft>
                <a:spcPts val="0"/>
              </a:spcAft>
              <a:buClr>
                <a:srgbClr val="2B4150"/>
              </a:buClr>
              <a:buSzPts val="1800"/>
              <a:buFont typeface="Arial"/>
              <a:buNone/>
            </a:pPr>
            <a:r>
              <a:rPr lang="en-US" sz="1800">
                <a:solidFill>
                  <a:srgbClr val="2B4150"/>
                </a:solidFill>
                <a:latin typeface="Arial"/>
                <a:ea typeface="Arial"/>
                <a:cs typeface="Arial"/>
                <a:sym typeface="Arial"/>
              </a:rPr>
              <a:t>The DApp should be fully open source and autonomous, and no single entity should be in control of a majority of its tokens. All changes to the application must be consensus driven based on the feedback given by the community.</a:t>
            </a:r>
            <a:endParaRPr sz="1800">
              <a:solidFill>
                <a:schemeClr val="dk1"/>
              </a:solidFill>
              <a:latin typeface="Trebuchet MS"/>
              <a:ea typeface="Trebuchet MS"/>
              <a:cs typeface="Trebuchet MS"/>
              <a:sym typeface="Trebuchet MS"/>
            </a:endParaRPr>
          </a:p>
        </p:txBody>
      </p:sp>
      <p:sp>
        <p:nvSpPr>
          <p:cNvPr id="191" name="Google Shape;191;p5"/>
          <p:cNvSpPr/>
          <p:nvPr/>
        </p:nvSpPr>
        <p:spPr>
          <a:xfrm>
            <a:off x="6500783" y="1654500"/>
            <a:ext cx="3712200" cy="323100"/>
          </a:xfrm>
          <a:prstGeom prst="rect">
            <a:avLst/>
          </a:prstGeom>
          <a:noFill/>
          <a:ln>
            <a:noFill/>
          </a:ln>
        </p:spPr>
        <p:txBody>
          <a:bodyPr spcFirstLastPara="1" wrap="square" lIns="0" tIns="0" rIns="0" bIns="0" anchor="t" anchorCtr="0">
            <a:noAutofit/>
          </a:bodyPr>
          <a:lstStyle/>
          <a:p>
            <a:pPr marL="0" marR="0" lvl="0" indent="0" algn="l" rtl="0">
              <a:lnSpc>
                <a:spcPct val="119047"/>
              </a:lnSpc>
              <a:spcBef>
                <a:spcPts val="0"/>
              </a:spcBef>
              <a:spcAft>
                <a:spcPts val="0"/>
              </a:spcAft>
              <a:buClr>
                <a:srgbClr val="2B4150"/>
              </a:buClr>
              <a:buSzPts val="2100"/>
              <a:buFont typeface="MuseoModerno Medium"/>
              <a:buNone/>
            </a:pPr>
            <a:r>
              <a:rPr lang="en-US" sz="2100" u="sng">
                <a:solidFill>
                  <a:srgbClr val="2B4150"/>
                </a:solidFill>
                <a:latin typeface="MuseoModerno Medium"/>
                <a:ea typeface="MuseoModerno Medium"/>
                <a:cs typeface="MuseoModerno Medium"/>
                <a:sym typeface="MuseoModerno Medium"/>
              </a:rPr>
              <a:t>Decentralized Storage</a:t>
            </a:r>
            <a:endParaRPr sz="2100" u="sng">
              <a:solidFill>
                <a:schemeClr val="dk1"/>
              </a:solidFill>
              <a:latin typeface="Trebuchet MS"/>
              <a:ea typeface="Trebuchet MS"/>
              <a:cs typeface="Trebuchet MS"/>
              <a:sym typeface="Trebuchet MS"/>
            </a:endParaRPr>
          </a:p>
        </p:txBody>
      </p:sp>
      <p:sp>
        <p:nvSpPr>
          <p:cNvPr id="192" name="Google Shape;192;p5"/>
          <p:cNvSpPr/>
          <p:nvPr/>
        </p:nvSpPr>
        <p:spPr>
          <a:xfrm>
            <a:off x="6500765" y="2101572"/>
            <a:ext cx="4628829" cy="992624"/>
          </a:xfrm>
          <a:prstGeom prst="rect">
            <a:avLst/>
          </a:prstGeom>
          <a:noFill/>
          <a:ln>
            <a:noFill/>
          </a:ln>
        </p:spPr>
        <p:txBody>
          <a:bodyPr spcFirstLastPara="1" wrap="square" lIns="0" tIns="0" rIns="0" bIns="0" anchor="t" anchorCtr="0">
            <a:noAutofit/>
          </a:bodyPr>
          <a:lstStyle/>
          <a:p>
            <a:pPr marL="0" marR="0" lvl="0" indent="0" algn="l" rtl="0">
              <a:lnSpc>
                <a:spcPct val="144444"/>
              </a:lnSpc>
              <a:spcBef>
                <a:spcPts val="0"/>
              </a:spcBef>
              <a:spcAft>
                <a:spcPts val="0"/>
              </a:spcAft>
              <a:buClr>
                <a:srgbClr val="2B4150"/>
              </a:buClr>
              <a:buSzPts val="1800"/>
              <a:buFont typeface="Arial"/>
              <a:buNone/>
            </a:pPr>
            <a:r>
              <a:rPr lang="en-US" sz="1800">
                <a:solidFill>
                  <a:srgbClr val="2B4150"/>
                </a:solidFill>
                <a:latin typeface="Arial"/>
                <a:ea typeface="Arial"/>
                <a:cs typeface="Arial"/>
                <a:sym typeface="Arial"/>
              </a:rPr>
              <a:t>Data and records of operations of the application must be cryptographically secured and stored on a public, decentralized blockchain to avoid any central points of failure.</a:t>
            </a:r>
            <a:endParaRPr sz="1800">
              <a:solidFill>
                <a:schemeClr val="dk1"/>
              </a:solidFill>
              <a:latin typeface="Trebuchet MS"/>
              <a:ea typeface="Trebuchet MS"/>
              <a:cs typeface="Trebuchet MS"/>
              <a:sym typeface="Trebuchet MS"/>
            </a:endParaRPr>
          </a:p>
        </p:txBody>
      </p:sp>
      <p:sp>
        <p:nvSpPr>
          <p:cNvPr id="193" name="Google Shape;193;p5"/>
          <p:cNvSpPr/>
          <p:nvPr/>
        </p:nvSpPr>
        <p:spPr>
          <a:xfrm>
            <a:off x="546679" y="4200575"/>
            <a:ext cx="3604500" cy="323100"/>
          </a:xfrm>
          <a:prstGeom prst="rect">
            <a:avLst/>
          </a:prstGeom>
          <a:noFill/>
          <a:ln>
            <a:noFill/>
          </a:ln>
        </p:spPr>
        <p:txBody>
          <a:bodyPr spcFirstLastPara="1" wrap="square" lIns="0" tIns="0" rIns="0" bIns="0" anchor="t" anchorCtr="0">
            <a:noAutofit/>
          </a:bodyPr>
          <a:lstStyle/>
          <a:p>
            <a:pPr marL="0" marR="0" lvl="0" indent="0" algn="l" rtl="0">
              <a:lnSpc>
                <a:spcPct val="119047"/>
              </a:lnSpc>
              <a:spcBef>
                <a:spcPts val="0"/>
              </a:spcBef>
              <a:spcAft>
                <a:spcPts val="0"/>
              </a:spcAft>
              <a:buClr>
                <a:srgbClr val="2B4150"/>
              </a:buClr>
              <a:buSzPts val="2100"/>
              <a:buFont typeface="MuseoModerno Medium"/>
              <a:buNone/>
            </a:pPr>
            <a:r>
              <a:rPr lang="en-US" sz="2100" u="sng">
                <a:solidFill>
                  <a:srgbClr val="2B4150"/>
                </a:solidFill>
                <a:latin typeface="MuseoModerno Medium"/>
                <a:ea typeface="MuseoModerno Medium"/>
                <a:cs typeface="MuseoModerno Medium"/>
                <a:sym typeface="MuseoModerno Medium"/>
              </a:rPr>
              <a:t>Cryptographic Tokens</a:t>
            </a:r>
            <a:endParaRPr sz="2100" u="sng">
              <a:solidFill>
                <a:schemeClr val="dk1"/>
              </a:solidFill>
              <a:latin typeface="Trebuchet MS"/>
              <a:ea typeface="Trebuchet MS"/>
              <a:cs typeface="Trebuchet MS"/>
              <a:sym typeface="Trebuchet MS"/>
            </a:endParaRPr>
          </a:p>
        </p:txBody>
      </p:sp>
      <p:sp>
        <p:nvSpPr>
          <p:cNvPr id="194" name="Google Shape;194;p5"/>
          <p:cNvSpPr/>
          <p:nvPr/>
        </p:nvSpPr>
        <p:spPr>
          <a:xfrm>
            <a:off x="546665" y="4689032"/>
            <a:ext cx="5314500" cy="992700"/>
          </a:xfrm>
          <a:prstGeom prst="rect">
            <a:avLst/>
          </a:prstGeom>
          <a:noFill/>
          <a:ln>
            <a:noFill/>
          </a:ln>
        </p:spPr>
        <p:txBody>
          <a:bodyPr spcFirstLastPara="1" wrap="square" lIns="0" tIns="0" rIns="0" bIns="0" anchor="t" anchorCtr="0">
            <a:noAutofit/>
          </a:bodyPr>
          <a:lstStyle/>
          <a:p>
            <a:pPr marL="0" marR="0" lvl="0" indent="0" algn="l" rtl="0">
              <a:lnSpc>
                <a:spcPct val="144444"/>
              </a:lnSpc>
              <a:spcBef>
                <a:spcPts val="0"/>
              </a:spcBef>
              <a:spcAft>
                <a:spcPts val="0"/>
              </a:spcAft>
              <a:buClr>
                <a:srgbClr val="2B4150"/>
              </a:buClr>
              <a:buSzPts val="1800"/>
              <a:buFont typeface="Arial"/>
              <a:buNone/>
            </a:pPr>
            <a:r>
              <a:rPr lang="en-US" sz="1800">
                <a:solidFill>
                  <a:srgbClr val="2B4150"/>
                </a:solidFill>
                <a:latin typeface="Arial"/>
                <a:ea typeface="Arial"/>
                <a:cs typeface="Arial"/>
                <a:sym typeface="Arial"/>
              </a:rPr>
              <a:t>A cryptographic token must be used by the application to provide access for and incentivize those who contribute value to the applications, for example, miners in Bitcoin.</a:t>
            </a:r>
            <a:endParaRPr sz="1800">
              <a:solidFill>
                <a:schemeClr val="dk1"/>
              </a:solidFill>
              <a:latin typeface="Trebuchet MS"/>
              <a:ea typeface="Trebuchet MS"/>
              <a:cs typeface="Trebuchet MS"/>
              <a:sym typeface="Trebuchet MS"/>
            </a:endParaRPr>
          </a:p>
        </p:txBody>
      </p:sp>
      <p:sp>
        <p:nvSpPr>
          <p:cNvPr id="195" name="Google Shape;195;p5"/>
          <p:cNvSpPr/>
          <p:nvPr/>
        </p:nvSpPr>
        <p:spPr>
          <a:xfrm>
            <a:off x="6500765" y="4086527"/>
            <a:ext cx="2585400" cy="323100"/>
          </a:xfrm>
          <a:prstGeom prst="rect">
            <a:avLst/>
          </a:prstGeom>
          <a:noFill/>
          <a:ln>
            <a:noFill/>
          </a:ln>
        </p:spPr>
        <p:txBody>
          <a:bodyPr spcFirstLastPara="1" wrap="square" lIns="0" tIns="0" rIns="0" bIns="0" anchor="t" anchorCtr="0">
            <a:noAutofit/>
          </a:bodyPr>
          <a:lstStyle/>
          <a:p>
            <a:pPr marL="0" marR="0" lvl="0" indent="0" algn="l" rtl="0">
              <a:lnSpc>
                <a:spcPct val="119047"/>
              </a:lnSpc>
              <a:spcBef>
                <a:spcPts val="0"/>
              </a:spcBef>
              <a:spcAft>
                <a:spcPts val="0"/>
              </a:spcAft>
              <a:buClr>
                <a:srgbClr val="2B4150"/>
              </a:buClr>
              <a:buSzPts val="2100"/>
              <a:buFont typeface="MuseoModerno Medium"/>
              <a:buNone/>
            </a:pPr>
            <a:r>
              <a:rPr lang="en-US" sz="2100" u="sng">
                <a:solidFill>
                  <a:srgbClr val="2B4150"/>
                </a:solidFill>
                <a:latin typeface="MuseoModerno Medium"/>
                <a:ea typeface="MuseoModerno Medium"/>
                <a:cs typeface="MuseoModerno Medium"/>
                <a:sym typeface="MuseoModerno Medium"/>
              </a:rPr>
              <a:t>Token Generation</a:t>
            </a:r>
            <a:endParaRPr sz="2100" u="sng">
              <a:solidFill>
                <a:schemeClr val="dk1"/>
              </a:solidFill>
              <a:latin typeface="Trebuchet MS"/>
              <a:ea typeface="Trebuchet MS"/>
              <a:cs typeface="Trebuchet MS"/>
              <a:sym typeface="Trebuchet MS"/>
            </a:endParaRPr>
          </a:p>
        </p:txBody>
      </p:sp>
      <p:sp>
        <p:nvSpPr>
          <p:cNvPr id="196" name="Google Shape;196;p5"/>
          <p:cNvSpPr/>
          <p:nvPr/>
        </p:nvSpPr>
        <p:spPr>
          <a:xfrm>
            <a:off x="6500776" y="4523575"/>
            <a:ext cx="5178900" cy="1323600"/>
          </a:xfrm>
          <a:prstGeom prst="rect">
            <a:avLst/>
          </a:prstGeom>
          <a:noFill/>
          <a:ln>
            <a:noFill/>
          </a:ln>
        </p:spPr>
        <p:txBody>
          <a:bodyPr spcFirstLastPara="1" wrap="square" lIns="0" tIns="0" rIns="0" bIns="0" anchor="t" anchorCtr="0">
            <a:noAutofit/>
          </a:bodyPr>
          <a:lstStyle/>
          <a:p>
            <a:pPr marL="0" marR="0" lvl="0" indent="0" algn="l" rtl="0">
              <a:lnSpc>
                <a:spcPct val="144444"/>
              </a:lnSpc>
              <a:spcBef>
                <a:spcPts val="0"/>
              </a:spcBef>
              <a:spcAft>
                <a:spcPts val="0"/>
              </a:spcAft>
              <a:buClr>
                <a:srgbClr val="2B4150"/>
              </a:buClr>
              <a:buSzPts val="1800"/>
              <a:buFont typeface="Arial"/>
              <a:buNone/>
            </a:pPr>
            <a:r>
              <a:rPr lang="en-US" sz="1800">
                <a:solidFill>
                  <a:srgbClr val="2B4150"/>
                </a:solidFill>
                <a:latin typeface="Arial"/>
                <a:ea typeface="Arial"/>
                <a:cs typeface="Arial"/>
                <a:sym typeface="Arial"/>
              </a:rPr>
              <a:t>The tokens (if applicable) must be generated by the decentralized application using consensus and an applicable cryptographic algorithm. This generation of tokens acts as a proof of the value to contributors (for example, miners).</a:t>
            </a:r>
            <a:endParaRPr sz="1800">
              <a:solidFill>
                <a:schemeClr val="dk1"/>
              </a:solidFill>
              <a:latin typeface="Trebuchet MS"/>
              <a:ea typeface="Trebuchet MS"/>
              <a:cs typeface="Trebuchet MS"/>
              <a:sym typeface="Trebuchet M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6"/>
          <p:cNvSpPr/>
          <p:nvPr/>
        </p:nvSpPr>
        <p:spPr>
          <a:xfrm>
            <a:off x="505496" y="223575"/>
            <a:ext cx="5986224" cy="708779"/>
          </a:xfrm>
          <a:prstGeom prst="rect">
            <a:avLst/>
          </a:prstGeom>
          <a:noFill/>
          <a:ln>
            <a:noFill/>
          </a:ln>
        </p:spPr>
        <p:txBody>
          <a:bodyPr spcFirstLastPara="1" wrap="square" lIns="0" tIns="0" rIns="0" bIns="0" anchor="t" anchorCtr="0">
            <a:noAutofit/>
          </a:bodyPr>
          <a:lstStyle/>
          <a:p>
            <a:pPr marL="0" marR="0" lvl="0" indent="0" algn="l" rtl="0">
              <a:lnSpc>
                <a:spcPct val="124719"/>
              </a:lnSpc>
              <a:spcBef>
                <a:spcPts val="0"/>
              </a:spcBef>
              <a:spcAft>
                <a:spcPts val="0"/>
              </a:spcAft>
              <a:buClr>
                <a:srgbClr val="124E73"/>
              </a:buClr>
              <a:buSzPts val="4450"/>
              <a:buFont typeface="MuseoModerno Medium"/>
              <a:buNone/>
            </a:pPr>
            <a:r>
              <a:rPr lang="en-US" sz="4450" u="sng" dirty="0">
                <a:solidFill>
                  <a:srgbClr val="124E73"/>
                </a:solidFill>
                <a:latin typeface="MuseoModerno Medium"/>
                <a:ea typeface="MuseoModerno Medium"/>
                <a:cs typeface="MuseoModerno Medium"/>
                <a:sym typeface="MuseoModerno Medium"/>
              </a:rPr>
              <a:t>Operations of a </a:t>
            </a:r>
            <a:r>
              <a:rPr lang="en-US" sz="4450" u="sng" dirty="0" err="1">
                <a:solidFill>
                  <a:srgbClr val="124E73"/>
                </a:solidFill>
                <a:latin typeface="MuseoModerno Medium"/>
                <a:ea typeface="MuseoModerno Medium"/>
                <a:cs typeface="MuseoModerno Medium"/>
                <a:sym typeface="MuseoModerno Medium"/>
              </a:rPr>
              <a:t>DApp</a:t>
            </a:r>
            <a:endParaRPr sz="4450" u="sng" dirty="0">
              <a:solidFill>
                <a:schemeClr val="dk1"/>
              </a:solidFill>
              <a:latin typeface="Trebuchet MS"/>
              <a:ea typeface="Trebuchet MS"/>
              <a:cs typeface="Trebuchet MS"/>
              <a:sym typeface="Trebuchet MS"/>
            </a:endParaRPr>
          </a:p>
        </p:txBody>
      </p:sp>
      <p:sp>
        <p:nvSpPr>
          <p:cNvPr id="202" name="Google Shape;202;p6"/>
          <p:cNvSpPr/>
          <p:nvPr/>
        </p:nvSpPr>
        <p:spPr>
          <a:xfrm>
            <a:off x="23193" y="2389965"/>
            <a:ext cx="3056215" cy="354330"/>
          </a:xfrm>
          <a:prstGeom prst="rect">
            <a:avLst/>
          </a:prstGeom>
          <a:noFill/>
          <a:ln>
            <a:noFill/>
          </a:ln>
        </p:spPr>
        <p:txBody>
          <a:bodyPr spcFirstLastPara="1" wrap="square" lIns="0" tIns="0" rIns="0" bIns="0" anchor="t" anchorCtr="0">
            <a:noAutofit/>
          </a:bodyPr>
          <a:lstStyle/>
          <a:p>
            <a:pPr marL="0" marR="0" lvl="0" indent="0" algn="r" rtl="0">
              <a:lnSpc>
                <a:spcPct val="125000"/>
              </a:lnSpc>
              <a:spcBef>
                <a:spcPts val="0"/>
              </a:spcBef>
              <a:spcAft>
                <a:spcPts val="0"/>
              </a:spcAft>
              <a:buClr>
                <a:srgbClr val="2B4150"/>
              </a:buClr>
              <a:buSzPts val="2200"/>
              <a:buFont typeface="MuseoModerno Medium"/>
              <a:buNone/>
            </a:pPr>
            <a:r>
              <a:rPr lang="en-US" sz="2200" u="sng" dirty="0">
                <a:solidFill>
                  <a:srgbClr val="2B4150"/>
                </a:solidFill>
                <a:latin typeface="MuseoModerno Medium"/>
                <a:ea typeface="MuseoModerno Medium"/>
                <a:cs typeface="MuseoModerno Medium"/>
                <a:sym typeface="MuseoModerno Medium"/>
              </a:rPr>
              <a:t>Consensus Algorithms</a:t>
            </a:r>
            <a:endParaRPr sz="2200" u="sng" dirty="0">
              <a:solidFill>
                <a:schemeClr val="dk1"/>
              </a:solidFill>
              <a:latin typeface="Trebuchet MS"/>
              <a:ea typeface="Trebuchet MS"/>
              <a:cs typeface="Trebuchet MS"/>
              <a:sym typeface="Trebuchet MS"/>
            </a:endParaRPr>
          </a:p>
        </p:txBody>
      </p:sp>
      <p:sp>
        <p:nvSpPr>
          <p:cNvPr id="203" name="Google Shape;203;p6"/>
          <p:cNvSpPr/>
          <p:nvPr/>
        </p:nvSpPr>
        <p:spPr>
          <a:xfrm>
            <a:off x="256032" y="2880384"/>
            <a:ext cx="2936843" cy="2193012"/>
          </a:xfrm>
          <a:prstGeom prst="rect">
            <a:avLst/>
          </a:prstGeom>
          <a:noFill/>
          <a:ln>
            <a:noFill/>
          </a:ln>
        </p:spPr>
        <p:txBody>
          <a:bodyPr spcFirstLastPara="1" wrap="square" lIns="0" tIns="0" rIns="0" bIns="0" anchor="t" anchorCtr="0">
            <a:noAutofit/>
          </a:bodyPr>
          <a:lstStyle/>
          <a:p>
            <a:pPr marL="0" marR="0" lvl="0" indent="0" algn="r" rtl="0">
              <a:lnSpc>
                <a:spcPct val="162857"/>
              </a:lnSpc>
              <a:spcBef>
                <a:spcPts val="0"/>
              </a:spcBef>
              <a:spcAft>
                <a:spcPts val="0"/>
              </a:spcAft>
              <a:buClr>
                <a:srgbClr val="2B4150"/>
              </a:buClr>
              <a:buSzPts val="1750"/>
              <a:buFont typeface="Arial"/>
              <a:buNone/>
            </a:pPr>
            <a:r>
              <a:rPr lang="en-US" sz="1750">
                <a:solidFill>
                  <a:srgbClr val="2B4150"/>
                </a:solidFill>
                <a:latin typeface="Arial"/>
                <a:ea typeface="Arial"/>
                <a:cs typeface="Arial"/>
                <a:sym typeface="Arial"/>
              </a:rPr>
              <a:t>Establishment of consensus by a DApp can be achieved using consensus algorithms such as PoW and </a:t>
            </a:r>
            <a:r>
              <a:rPr lang="en-US" sz="1750" b="1">
                <a:solidFill>
                  <a:srgbClr val="2B4150"/>
                </a:solidFill>
                <a:latin typeface="Arial"/>
                <a:ea typeface="Arial"/>
                <a:cs typeface="Arial"/>
                <a:sym typeface="Arial"/>
              </a:rPr>
              <a:t>Proof of Stake</a:t>
            </a:r>
            <a:r>
              <a:rPr lang="en-US" sz="1750">
                <a:solidFill>
                  <a:srgbClr val="2B4150"/>
                </a:solidFill>
                <a:latin typeface="Arial"/>
                <a:ea typeface="Arial"/>
                <a:cs typeface="Arial"/>
                <a:sym typeface="Arial"/>
              </a:rPr>
              <a:t> (</a:t>
            </a:r>
            <a:r>
              <a:rPr lang="en-US" sz="1750" b="1">
                <a:solidFill>
                  <a:srgbClr val="2B4150"/>
                </a:solidFill>
                <a:latin typeface="Arial"/>
                <a:ea typeface="Arial"/>
                <a:cs typeface="Arial"/>
                <a:sym typeface="Arial"/>
              </a:rPr>
              <a:t>PoS</a:t>
            </a:r>
            <a:r>
              <a:rPr lang="en-US" sz="1750">
                <a:solidFill>
                  <a:srgbClr val="2B4150"/>
                </a:solidFill>
                <a:latin typeface="Arial"/>
                <a:ea typeface="Arial"/>
                <a:cs typeface="Arial"/>
                <a:sym typeface="Arial"/>
              </a:rPr>
              <a:t>).</a:t>
            </a:r>
            <a:endParaRPr sz="1750">
              <a:solidFill>
                <a:schemeClr val="dk1"/>
              </a:solidFill>
              <a:latin typeface="Trebuchet MS"/>
              <a:ea typeface="Trebuchet MS"/>
              <a:cs typeface="Trebuchet MS"/>
              <a:sym typeface="Trebuchet MS"/>
            </a:endParaRPr>
          </a:p>
        </p:txBody>
      </p:sp>
      <p:pic>
        <p:nvPicPr>
          <p:cNvPr id="204" name="Google Shape;204;p6" descr="preencoded.png"/>
          <p:cNvPicPr preferRelativeResize="0"/>
          <p:nvPr/>
        </p:nvPicPr>
        <p:blipFill rotWithShape="1">
          <a:blip r:embed="rId3">
            <a:alphaModFix/>
          </a:blip>
          <a:srcRect/>
          <a:stretch/>
        </p:blipFill>
        <p:spPr>
          <a:xfrm>
            <a:off x="3693009" y="1407890"/>
            <a:ext cx="3681579" cy="3681579"/>
          </a:xfrm>
          <a:prstGeom prst="rect">
            <a:avLst/>
          </a:prstGeom>
          <a:noFill/>
          <a:ln>
            <a:noFill/>
          </a:ln>
        </p:spPr>
      </p:pic>
      <p:pic>
        <p:nvPicPr>
          <p:cNvPr id="205" name="Google Shape;205;p6" descr="preencoded.png"/>
          <p:cNvPicPr preferRelativeResize="0"/>
          <p:nvPr/>
        </p:nvPicPr>
        <p:blipFill rotWithShape="1">
          <a:blip r:embed="rId4">
            <a:alphaModFix/>
          </a:blip>
          <a:srcRect/>
          <a:stretch/>
        </p:blipFill>
        <p:spPr>
          <a:xfrm>
            <a:off x="4119629" y="2880384"/>
            <a:ext cx="273663" cy="342127"/>
          </a:xfrm>
          <a:prstGeom prst="rect">
            <a:avLst/>
          </a:prstGeom>
          <a:noFill/>
          <a:ln>
            <a:noFill/>
          </a:ln>
        </p:spPr>
      </p:pic>
      <p:sp>
        <p:nvSpPr>
          <p:cNvPr id="206" name="Google Shape;206;p6"/>
          <p:cNvSpPr/>
          <p:nvPr/>
        </p:nvSpPr>
        <p:spPr>
          <a:xfrm>
            <a:off x="7599150" y="868895"/>
            <a:ext cx="2835235" cy="35433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2B4150"/>
              </a:buClr>
              <a:buSzPts val="2200"/>
              <a:buFont typeface="MuseoModerno Medium"/>
              <a:buNone/>
            </a:pPr>
            <a:r>
              <a:rPr lang="en-US" sz="2200" u="sng">
                <a:solidFill>
                  <a:srgbClr val="2B4150"/>
                </a:solidFill>
                <a:latin typeface="MuseoModerno Medium"/>
                <a:ea typeface="MuseoModerno Medium"/>
                <a:cs typeface="MuseoModerno Medium"/>
                <a:sym typeface="MuseoModerno Medium"/>
              </a:rPr>
              <a:t>Proven Security</a:t>
            </a:r>
            <a:endParaRPr sz="2200" u="sng">
              <a:solidFill>
                <a:schemeClr val="dk1"/>
              </a:solidFill>
              <a:latin typeface="Trebuchet MS"/>
              <a:ea typeface="Trebuchet MS"/>
              <a:cs typeface="Trebuchet MS"/>
              <a:sym typeface="Trebuchet MS"/>
            </a:endParaRPr>
          </a:p>
        </p:txBody>
      </p:sp>
      <p:sp>
        <p:nvSpPr>
          <p:cNvPr id="207" name="Google Shape;207;p6"/>
          <p:cNvSpPr/>
          <p:nvPr/>
        </p:nvSpPr>
        <p:spPr>
          <a:xfrm>
            <a:off x="7599150" y="1189102"/>
            <a:ext cx="3898821" cy="1451610"/>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2B4150"/>
              </a:buClr>
              <a:buSzPts val="1750"/>
              <a:buFont typeface="Arial"/>
              <a:buNone/>
            </a:pPr>
            <a:r>
              <a:rPr lang="en-US" sz="1750">
                <a:solidFill>
                  <a:srgbClr val="2B4150"/>
                </a:solidFill>
                <a:latin typeface="Arial"/>
                <a:ea typeface="Arial"/>
                <a:cs typeface="Arial"/>
                <a:sym typeface="Arial"/>
              </a:rPr>
              <a:t>So far, only PoW has been found to be incredibly resistant to attacks, as is evident from the success of and trust people have put in the Bitcoin network.</a:t>
            </a:r>
            <a:endParaRPr sz="1750">
              <a:solidFill>
                <a:schemeClr val="dk1"/>
              </a:solidFill>
              <a:latin typeface="Trebuchet MS"/>
              <a:ea typeface="Trebuchet MS"/>
              <a:cs typeface="Trebuchet MS"/>
              <a:sym typeface="Trebuchet MS"/>
            </a:endParaRPr>
          </a:p>
        </p:txBody>
      </p:sp>
      <p:pic>
        <p:nvPicPr>
          <p:cNvPr id="208" name="Google Shape;208;p6" descr="preencoded.png"/>
          <p:cNvPicPr preferRelativeResize="0"/>
          <p:nvPr/>
        </p:nvPicPr>
        <p:blipFill rotWithShape="1">
          <a:blip r:embed="rId5">
            <a:alphaModFix/>
          </a:blip>
          <a:srcRect/>
          <a:stretch/>
        </p:blipFill>
        <p:spPr>
          <a:xfrm>
            <a:off x="3693009" y="1407890"/>
            <a:ext cx="3681579" cy="3681579"/>
          </a:xfrm>
          <a:prstGeom prst="rect">
            <a:avLst/>
          </a:prstGeom>
          <a:noFill/>
          <a:ln>
            <a:noFill/>
          </a:ln>
        </p:spPr>
      </p:pic>
      <p:pic>
        <p:nvPicPr>
          <p:cNvPr id="209" name="Google Shape;209;p6" descr="preencoded.png"/>
          <p:cNvPicPr preferRelativeResize="0"/>
          <p:nvPr/>
        </p:nvPicPr>
        <p:blipFill rotWithShape="1">
          <a:blip r:embed="rId6">
            <a:alphaModFix/>
          </a:blip>
          <a:srcRect/>
          <a:stretch/>
        </p:blipFill>
        <p:spPr>
          <a:xfrm>
            <a:off x="6218057" y="2060041"/>
            <a:ext cx="273663" cy="342127"/>
          </a:xfrm>
          <a:prstGeom prst="rect">
            <a:avLst/>
          </a:prstGeom>
          <a:noFill/>
          <a:ln>
            <a:noFill/>
          </a:ln>
        </p:spPr>
      </p:pic>
      <p:sp>
        <p:nvSpPr>
          <p:cNvPr id="210" name="Google Shape;210;p6"/>
          <p:cNvSpPr/>
          <p:nvPr/>
        </p:nvSpPr>
        <p:spPr>
          <a:xfrm>
            <a:off x="7112294" y="4838390"/>
            <a:ext cx="2835235" cy="35433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2B4150"/>
              </a:buClr>
              <a:buSzPts val="2200"/>
              <a:buFont typeface="MuseoModerno Medium"/>
              <a:buNone/>
            </a:pPr>
            <a:r>
              <a:rPr lang="en-US" sz="2200" u="sng">
                <a:solidFill>
                  <a:srgbClr val="2B4150"/>
                </a:solidFill>
                <a:latin typeface="MuseoModerno Medium"/>
                <a:ea typeface="MuseoModerno Medium"/>
                <a:cs typeface="MuseoModerno Medium"/>
                <a:sym typeface="MuseoModerno Medium"/>
              </a:rPr>
              <a:t>Token Distribution</a:t>
            </a:r>
            <a:endParaRPr sz="2200" u="sng">
              <a:solidFill>
                <a:schemeClr val="dk1"/>
              </a:solidFill>
              <a:latin typeface="Trebuchet MS"/>
              <a:ea typeface="Trebuchet MS"/>
              <a:cs typeface="Trebuchet MS"/>
              <a:sym typeface="Trebuchet MS"/>
            </a:endParaRPr>
          </a:p>
        </p:txBody>
      </p:sp>
      <p:sp>
        <p:nvSpPr>
          <p:cNvPr id="211" name="Google Shape;211;p6"/>
          <p:cNvSpPr/>
          <p:nvPr/>
        </p:nvSpPr>
        <p:spPr>
          <a:xfrm>
            <a:off x="7112294" y="5327022"/>
            <a:ext cx="3898821" cy="725805"/>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2B4150"/>
              </a:buClr>
              <a:buSzPts val="1750"/>
              <a:buFont typeface="Arial"/>
              <a:buNone/>
            </a:pPr>
            <a:r>
              <a:rPr lang="en-US" sz="1750">
                <a:solidFill>
                  <a:srgbClr val="2B4150"/>
                </a:solidFill>
                <a:latin typeface="Arial"/>
                <a:ea typeface="Arial"/>
                <a:cs typeface="Arial"/>
                <a:sym typeface="Arial"/>
              </a:rPr>
              <a:t>A DApp can distribute tokens (coins) via </a:t>
            </a:r>
            <a:r>
              <a:rPr lang="en-US" sz="1750" b="1">
                <a:solidFill>
                  <a:srgbClr val="2B4150"/>
                </a:solidFill>
                <a:latin typeface="Arial"/>
                <a:ea typeface="Arial"/>
                <a:cs typeface="Arial"/>
                <a:sym typeface="Arial"/>
              </a:rPr>
              <a:t>mining</a:t>
            </a:r>
            <a:r>
              <a:rPr lang="en-US" sz="1750">
                <a:solidFill>
                  <a:srgbClr val="2B4150"/>
                </a:solidFill>
                <a:latin typeface="Arial"/>
                <a:ea typeface="Arial"/>
                <a:cs typeface="Arial"/>
                <a:sym typeface="Arial"/>
              </a:rPr>
              <a:t>, </a:t>
            </a:r>
            <a:r>
              <a:rPr lang="en-US" sz="1750" b="1">
                <a:solidFill>
                  <a:srgbClr val="2B4150"/>
                </a:solidFill>
                <a:latin typeface="Arial"/>
                <a:ea typeface="Arial"/>
                <a:cs typeface="Arial"/>
                <a:sym typeface="Arial"/>
              </a:rPr>
              <a:t>fundraising</a:t>
            </a:r>
            <a:r>
              <a:rPr lang="en-US" sz="1750">
                <a:solidFill>
                  <a:srgbClr val="2B4150"/>
                </a:solidFill>
                <a:latin typeface="Arial"/>
                <a:ea typeface="Arial"/>
                <a:cs typeface="Arial"/>
                <a:sym typeface="Arial"/>
              </a:rPr>
              <a:t>, and </a:t>
            </a:r>
            <a:r>
              <a:rPr lang="en-US" sz="1750" b="1">
                <a:solidFill>
                  <a:srgbClr val="2B4150"/>
                </a:solidFill>
                <a:latin typeface="Arial"/>
                <a:ea typeface="Arial"/>
                <a:cs typeface="Arial"/>
                <a:sym typeface="Arial"/>
              </a:rPr>
              <a:t>development</a:t>
            </a:r>
            <a:r>
              <a:rPr lang="en-US" sz="1750">
                <a:solidFill>
                  <a:srgbClr val="2B4150"/>
                </a:solidFill>
                <a:latin typeface="Arial"/>
                <a:ea typeface="Arial"/>
                <a:cs typeface="Arial"/>
                <a:sym typeface="Arial"/>
              </a:rPr>
              <a:t>.</a:t>
            </a:r>
            <a:endParaRPr sz="1750">
              <a:solidFill>
                <a:schemeClr val="dk1"/>
              </a:solidFill>
              <a:latin typeface="Trebuchet MS"/>
              <a:ea typeface="Trebuchet MS"/>
              <a:cs typeface="Trebuchet MS"/>
              <a:sym typeface="Trebuchet MS"/>
            </a:endParaRPr>
          </a:p>
        </p:txBody>
      </p:sp>
      <p:pic>
        <p:nvPicPr>
          <p:cNvPr id="212" name="Google Shape;212;p6" descr="preencoded.png"/>
          <p:cNvPicPr preferRelativeResize="0"/>
          <p:nvPr/>
        </p:nvPicPr>
        <p:blipFill rotWithShape="1">
          <a:blip r:embed="rId7">
            <a:alphaModFix/>
          </a:blip>
          <a:srcRect/>
          <a:stretch/>
        </p:blipFill>
        <p:spPr>
          <a:xfrm>
            <a:off x="3693008" y="1407890"/>
            <a:ext cx="3681579" cy="3681579"/>
          </a:xfrm>
          <a:prstGeom prst="rect">
            <a:avLst/>
          </a:prstGeom>
          <a:noFill/>
          <a:ln>
            <a:noFill/>
          </a:ln>
        </p:spPr>
      </p:pic>
      <p:pic>
        <p:nvPicPr>
          <p:cNvPr id="213" name="Google Shape;213;p6" descr="preencoded.png"/>
          <p:cNvPicPr preferRelativeResize="0"/>
          <p:nvPr/>
        </p:nvPicPr>
        <p:blipFill rotWithShape="1">
          <a:blip r:embed="rId8">
            <a:alphaModFix/>
          </a:blip>
          <a:srcRect/>
          <a:stretch/>
        </p:blipFill>
        <p:spPr>
          <a:xfrm>
            <a:off x="5916442" y="4266734"/>
            <a:ext cx="273663" cy="34212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7"/>
          <p:cNvSpPr/>
          <p:nvPr/>
        </p:nvSpPr>
        <p:spPr>
          <a:xfrm>
            <a:off x="662583" y="520660"/>
            <a:ext cx="4733449" cy="591741"/>
          </a:xfrm>
          <a:prstGeom prst="rect">
            <a:avLst/>
          </a:prstGeom>
          <a:noFill/>
          <a:ln>
            <a:noFill/>
          </a:ln>
        </p:spPr>
        <p:txBody>
          <a:bodyPr spcFirstLastPara="1" wrap="square" lIns="0" tIns="0" rIns="0" bIns="0" anchor="t" anchorCtr="0">
            <a:noAutofit/>
          </a:bodyPr>
          <a:lstStyle/>
          <a:p>
            <a:pPr marL="0" marR="0" lvl="0" indent="0" algn="l" rtl="0">
              <a:lnSpc>
                <a:spcPct val="125675"/>
              </a:lnSpc>
              <a:spcBef>
                <a:spcPts val="0"/>
              </a:spcBef>
              <a:spcAft>
                <a:spcPts val="0"/>
              </a:spcAft>
              <a:buClr>
                <a:srgbClr val="124E73"/>
              </a:buClr>
              <a:buSzPts val="3700"/>
              <a:buFont typeface="MuseoModerno Medium"/>
              <a:buNone/>
            </a:pPr>
            <a:r>
              <a:rPr lang="en-US" sz="3700" u="sng">
                <a:solidFill>
                  <a:srgbClr val="124E73"/>
                </a:solidFill>
                <a:latin typeface="MuseoModerno Medium"/>
                <a:ea typeface="MuseoModerno Medium"/>
                <a:cs typeface="MuseoModerno Medium"/>
                <a:sym typeface="MuseoModerno Medium"/>
              </a:rPr>
              <a:t>Design of a DApp</a:t>
            </a:r>
            <a:endParaRPr sz="3700" u="sng">
              <a:solidFill>
                <a:schemeClr val="dk1"/>
              </a:solidFill>
              <a:latin typeface="Trebuchet MS"/>
              <a:ea typeface="Trebuchet MS"/>
              <a:cs typeface="Trebuchet MS"/>
              <a:sym typeface="Trebuchet MS"/>
            </a:endParaRPr>
          </a:p>
        </p:txBody>
      </p:sp>
      <p:sp>
        <p:nvSpPr>
          <p:cNvPr id="219" name="Google Shape;219;p7"/>
          <p:cNvSpPr/>
          <p:nvPr/>
        </p:nvSpPr>
        <p:spPr>
          <a:xfrm>
            <a:off x="662570" y="1585675"/>
            <a:ext cx="5108700" cy="303000"/>
          </a:xfrm>
          <a:prstGeom prst="rect">
            <a:avLst/>
          </a:prstGeom>
          <a:noFill/>
          <a:ln>
            <a:noFill/>
          </a:ln>
        </p:spPr>
        <p:txBody>
          <a:bodyPr spcFirstLastPara="1" wrap="square" lIns="0" tIns="0" rIns="0" bIns="0" anchor="t" anchorCtr="0">
            <a:noAutofit/>
          </a:bodyPr>
          <a:lstStyle/>
          <a:p>
            <a:pPr marL="0" marR="0" lvl="0" indent="0" algn="l" rtl="0">
              <a:lnSpc>
                <a:spcPct val="82142"/>
              </a:lnSpc>
              <a:spcBef>
                <a:spcPts val="0"/>
              </a:spcBef>
              <a:spcAft>
                <a:spcPts val="0"/>
              </a:spcAft>
              <a:buClr>
                <a:srgbClr val="124E73"/>
              </a:buClr>
              <a:buSzPts val="2800"/>
              <a:buFont typeface="MuseoModerno Medium"/>
              <a:buNone/>
            </a:pPr>
            <a:r>
              <a:rPr lang="en-US" sz="2800">
                <a:solidFill>
                  <a:srgbClr val="124E73"/>
                </a:solidFill>
                <a:latin typeface="MuseoModerno Medium"/>
                <a:ea typeface="MuseoModerno Medium"/>
                <a:cs typeface="MuseoModerno Medium"/>
                <a:sym typeface="MuseoModerno Medium"/>
              </a:rPr>
              <a:t>Traditional App Architecture</a:t>
            </a:r>
            <a:endParaRPr sz="2800">
              <a:solidFill>
                <a:schemeClr val="dk1"/>
              </a:solidFill>
              <a:latin typeface="Trebuchet MS"/>
              <a:ea typeface="Trebuchet MS"/>
              <a:cs typeface="Trebuchet MS"/>
              <a:sym typeface="Trebuchet MS"/>
            </a:endParaRPr>
          </a:p>
        </p:txBody>
      </p:sp>
      <p:sp>
        <p:nvSpPr>
          <p:cNvPr id="220" name="Google Shape;220;p7"/>
          <p:cNvSpPr/>
          <p:nvPr/>
        </p:nvSpPr>
        <p:spPr>
          <a:xfrm>
            <a:off x="662582" y="2070854"/>
            <a:ext cx="7585305" cy="908685"/>
          </a:xfrm>
          <a:prstGeom prst="rect">
            <a:avLst/>
          </a:prstGeom>
          <a:noFill/>
          <a:ln>
            <a:noFill/>
          </a:ln>
        </p:spPr>
        <p:txBody>
          <a:bodyPr spcFirstLastPara="1" wrap="square" lIns="0" tIns="0" rIns="0" bIns="0" anchor="t" anchorCtr="0">
            <a:noAutofit/>
          </a:bodyPr>
          <a:lstStyle/>
          <a:p>
            <a:pPr marL="0" marR="0" lvl="0" indent="0" algn="l" rtl="0">
              <a:lnSpc>
                <a:spcPct val="117499"/>
              </a:lnSpc>
              <a:spcBef>
                <a:spcPts val="0"/>
              </a:spcBef>
              <a:spcAft>
                <a:spcPts val="0"/>
              </a:spcAft>
              <a:buClr>
                <a:srgbClr val="2B4150"/>
              </a:buClr>
              <a:buSzPts val="2000"/>
              <a:buFont typeface="Arial"/>
              <a:buNone/>
            </a:pPr>
            <a:r>
              <a:rPr lang="en-US" sz="2000">
                <a:solidFill>
                  <a:srgbClr val="2B4150"/>
                </a:solidFill>
                <a:latin typeface="Arial"/>
                <a:ea typeface="Arial"/>
                <a:cs typeface="Arial"/>
                <a:sym typeface="Arial"/>
              </a:rPr>
              <a:t>Traditional apps commonly consist of a user interface and usually a web server or an application server and a backend database. This is a common client/server architecture.</a:t>
            </a:r>
            <a:endParaRPr sz="2000">
              <a:solidFill>
                <a:schemeClr val="dk1"/>
              </a:solidFill>
              <a:latin typeface="Trebuchet MS"/>
              <a:ea typeface="Trebuchet MS"/>
              <a:cs typeface="Trebuchet MS"/>
              <a:sym typeface="Trebuchet MS"/>
            </a:endParaRPr>
          </a:p>
        </p:txBody>
      </p:sp>
      <p:pic>
        <p:nvPicPr>
          <p:cNvPr id="221" name="Google Shape;221;p7" descr="preencoded.png"/>
          <p:cNvPicPr preferRelativeResize="0"/>
          <p:nvPr/>
        </p:nvPicPr>
        <p:blipFill rotWithShape="1">
          <a:blip r:embed="rId3">
            <a:alphaModFix/>
          </a:blip>
          <a:srcRect/>
          <a:stretch/>
        </p:blipFill>
        <p:spPr>
          <a:xfrm>
            <a:off x="581203" y="3213854"/>
            <a:ext cx="8180831" cy="1722001"/>
          </a:xfrm>
          <a:prstGeom prst="rect">
            <a:avLst/>
          </a:prstGeom>
          <a:noFill/>
          <a:ln>
            <a:noFill/>
          </a:ln>
        </p:spPr>
      </p:pic>
      <p:sp>
        <p:nvSpPr>
          <p:cNvPr id="222" name="Google Shape;222;p7"/>
          <p:cNvSpPr/>
          <p:nvPr/>
        </p:nvSpPr>
        <p:spPr>
          <a:xfrm>
            <a:off x="1074063" y="5018722"/>
            <a:ext cx="6421636" cy="302895"/>
          </a:xfrm>
          <a:prstGeom prst="rect">
            <a:avLst/>
          </a:prstGeom>
          <a:noFill/>
          <a:ln>
            <a:noFill/>
          </a:ln>
        </p:spPr>
        <p:txBody>
          <a:bodyPr spcFirstLastPara="1" wrap="square" lIns="0" tIns="0" rIns="0" bIns="0" anchor="t" anchorCtr="0">
            <a:noAutofit/>
          </a:bodyPr>
          <a:lstStyle/>
          <a:p>
            <a:pPr marL="0" marR="0" lvl="0" indent="0" algn="l" rtl="0">
              <a:lnSpc>
                <a:spcPct val="162068"/>
              </a:lnSpc>
              <a:spcBef>
                <a:spcPts val="0"/>
              </a:spcBef>
              <a:spcAft>
                <a:spcPts val="0"/>
              </a:spcAft>
              <a:buClr>
                <a:srgbClr val="2B4150"/>
              </a:buClr>
              <a:buSzPts val="1450"/>
              <a:buFont typeface="Arial"/>
              <a:buNone/>
            </a:pPr>
            <a:r>
              <a:rPr lang="en-US" sz="1450">
                <a:solidFill>
                  <a:srgbClr val="2B4150"/>
                </a:solidFill>
                <a:latin typeface="Arial"/>
                <a:ea typeface="Arial"/>
                <a:cs typeface="Arial"/>
                <a:sym typeface="Arial"/>
              </a:rPr>
              <a:t>Figure 2.7: Traditional application architecture (generic client/server)</a:t>
            </a:r>
            <a:endParaRPr sz="1450">
              <a:solidFill>
                <a:schemeClr val="dk1"/>
              </a:solidFill>
              <a:latin typeface="Trebuchet MS"/>
              <a:ea typeface="Trebuchet MS"/>
              <a:cs typeface="Trebuchet MS"/>
              <a:sym typeface="Trebuchet M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8"/>
          <p:cNvSpPr/>
          <p:nvPr/>
        </p:nvSpPr>
        <p:spPr>
          <a:xfrm>
            <a:off x="1078992" y="846820"/>
            <a:ext cx="4099360" cy="908685"/>
          </a:xfrm>
          <a:prstGeom prst="rect">
            <a:avLst/>
          </a:prstGeom>
          <a:noFill/>
          <a:ln>
            <a:noFill/>
          </a:ln>
        </p:spPr>
        <p:txBody>
          <a:bodyPr spcFirstLastPara="1" wrap="square" lIns="0" tIns="0" rIns="0" bIns="0" anchor="t" anchorCtr="0">
            <a:noAutofit/>
          </a:bodyPr>
          <a:lstStyle/>
          <a:p>
            <a:pPr marL="0" marR="0" lvl="0" indent="0" algn="l" rtl="0">
              <a:lnSpc>
                <a:spcPct val="63888"/>
              </a:lnSpc>
              <a:spcBef>
                <a:spcPts val="0"/>
              </a:spcBef>
              <a:spcAft>
                <a:spcPts val="0"/>
              </a:spcAft>
              <a:buClr>
                <a:srgbClr val="124E73"/>
              </a:buClr>
              <a:buSzPts val="3600"/>
              <a:buFont typeface="MuseoModerno Medium"/>
              <a:buNone/>
            </a:pPr>
            <a:r>
              <a:rPr lang="en-US" sz="3600" u="sng">
                <a:solidFill>
                  <a:srgbClr val="124E73"/>
                </a:solidFill>
                <a:latin typeface="MuseoModerno Medium"/>
                <a:ea typeface="MuseoModerno Medium"/>
                <a:cs typeface="MuseoModerno Medium"/>
                <a:sym typeface="MuseoModerno Medium"/>
              </a:rPr>
              <a:t>DApp Architecture</a:t>
            </a:r>
            <a:endParaRPr sz="3600" u="sng">
              <a:solidFill>
                <a:schemeClr val="dk1"/>
              </a:solidFill>
              <a:latin typeface="Trebuchet MS"/>
              <a:ea typeface="Trebuchet MS"/>
              <a:cs typeface="Trebuchet MS"/>
              <a:sym typeface="Trebuchet MS"/>
            </a:endParaRPr>
          </a:p>
        </p:txBody>
      </p:sp>
      <p:sp>
        <p:nvSpPr>
          <p:cNvPr id="228" name="Google Shape;228;p8"/>
          <p:cNvSpPr/>
          <p:nvPr/>
        </p:nvSpPr>
        <p:spPr>
          <a:xfrm>
            <a:off x="1078992" y="1377198"/>
            <a:ext cx="8247032" cy="908685"/>
          </a:xfrm>
          <a:prstGeom prst="rect">
            <a:avLst/>
          </a:prstGeom>
          <a:noFill/>
          <a:ln>
            <a:noFill/>
          </a:ln>
        </p:spPr>
        <p:txBody>
          <a:bodyPr spcFirstLastPara="1" wrap="square" lIns="0" tIns="0" rIns="0" bIns="0" anchor="t" anchorCtr="0">
            <a:noAutofit/>
          </a:bodyPr>
          <a:lstStyle/>
          <a:p>
            <a:pPr marL="0" marR="0" lvl="0" indent="0" algn="l" rtl="0">
              <a:lnSpc>
                <a:spcPct val="130555"/>
              </a:lnSpc>
              <a:spcBef>
                <a:spcPts val="0"/>
              </a:spcBef>
              <a:spcAft>
                <a:spcPts val="0"/>
              </a:spcAft>
              <a:buClr>
                <a:srgbClr val="2B4150"/>
              </a:buClr>
              <a:buSzPts val="1800"/>
              <a:buFont typeface="Arial"/>
              <a:buNone/>
            </a:pPr>
            <a:r>
              <a:rPr lang="en-US" sz="1800">
                <a:solidFill>
                  <a:srgbClr val="2B4150"/>
                </a:solidFill>
                <a:latin typeface="Arial"/>
                <a:ea typeface="Arial"/>
                <a:cs typeface="Arial"/>
                <a:sym typeface="Arial"/>
              </a:rPr>
              <a:t>A DApp on the other hand has a blockchain as a backend. The key element that plays a vital role in the creation of a DApp is a smart contract that runs on the blockchain and has business logic embedded within it.</a:t>
            </a:r>
            <a:endParaRPr sz="1800">
              <a:solidFill>
                <a:schemeClr val="dk1"/>
              </a:solidFill>
              <a:latin typeface="Trebuchet MS"/>
              <a:ea typeface="Trebuchet MS"/>
              <a:cs typeface="Trebuchet MS"/>
              <a:sym typeface="Trebuchet MS"/>
            </a:endParaRPr>
          </a:p>
        </p:txBody>
      </p:sp>
      <p:pic>
        <p:nvPicPr>
          <p:cNvPr id="229" name="Google Shape;229;p8" descr="preencoded.png"/>
          <p:cNvPicPr preferRelativeResize="0"/>
          <p:nvPr/>
        </p:nvPicPr>
        <p:blipFill rotWithShape="1">
          <a:blip r:embed="rId3">
            <a:alphaModFix/>
          </a:blip>
          <a:srcRect/>
          <a:stretch/>
        </p:blipFill>
        <p:spPr>
          <a:xfrm>
            <a:off x="1078992" y="2506742"/>
            <a:ext cx="7960836" cy="2304812"/>
          </a:xfrm>
          <a:prstGeom prst="rect">
            <a:avLst/>
          </a:prstGeom>
          <a:noFill/>
          <a:ln>
            <a:noFill/>
          </a:ln>
        </p:spPr>
      </p:pic>
      <p:sp>
        <p:nvSpPr>
          <p:cNvPr id="230" name="Google Shape;230;p8"/>
          <p:cNvSpPr/>
          <p:nvPr/>
        </p:nvSpPr>
        <p:spPr>
          <a:xfrm>
            <a:off x="3548728" y="4979337"/>
            <a:ext cx="10727323" cy="302895"/>
          </a:xfrm>
          <a:prstGeom prst="rect">
            <a:avLst/>
          </a:prstGeom>
          <a:noFill/>
          <a:ln>
            <a:noFill/>
          </a:ln>
        </p:spPr>
        <p:txBody>
          <a:bodyPr spcFirstLastPara="1" wrap="square" lIns="0" tIns="0" rIns="0" bIns="0" anchor="t" anchorCtr="0">
            <a:noAutofit/>
          </a:bodyPr>
          <a:lstStyle/>
          <a:p>
            <a:pPr marL="0" marR="0" lvl="0" indent="0" algn="l" rtl="0">
              <a:lnSpc>
                <a:spcPct val="162068"/>
              </a:lnSpc>
              <a:spcBef>
                <a:spcPts val="0"/>
              </a:spcBef>
              <a:spcAft>
                <a:spcPts val="0"/>
              </a:spcAft>
              <a:buClr>
                <a:srgbClr val="2B4150"/>
              </a:buClr>
              <a:buSzPts val="1450"/>
              <a:buFont typeface="Arial"/>
              <a:buNone/>
            </a:pPr>
            <a:r>
              <a:rPr lang="en-US" sz="1450">
                <a:solidFill>
                  <a:srgbClr val="2B4150"/>
                </a:solidFill>
                <a:latin typeface="Arial"/>
                <a:ea typeface="Arial"/>
                <a:cs typeface="Arial"/>
                <a:sym typeface="Arial"/>
              </a:rPr>
              <a:t>Figure 2.8: Generic DApp architecture</a:t>
            </a:r>
            <a:endParaRPr sz="1450">
              <a:solidFill>
                <a:schemeClr val="dk1"/>
              </a:solidFill>
              <a:latin typeface="Trebuchet MS"/>
              <a:ea typeface="Trebuchet MS"/>
              <a:cs typeface="Trebuchet MS"/>
              <a:sym typeface="Trebuchet M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9"/>
          <p:cNvSpPr/>
          <p:nvPr/>
        </p:nvSpPr>
        <p:spPr>
          <a:xfrm>
            <a:off x="152056" y="468375"/>
            <a:ext cx="11457600" cy="743100"/>
          </a:xfrm>
          <a:prstGeom prst="rect">
            <a:avLst/>
          </a:prstGeom>
          <a:noFill/>
          <a:ln>
            <a:noFill/>
          </a:ln>
        </p:spPr>
        <p:txBody>
          <a:bodyPr spcFirstLastPara="1" wrap="square" lIns="0" tIns="0" rIns="0" bIns="0" anchor="t" anchorCtr="0">
            <a:noAutofit/>
          </a:bodyPr>
          <a:lstStyle/>
          <a:p>
            <a:pPr marL="0" marR="0" lvl="0" indent="0" algn="l" rtl="0">
              <a:lnSpc>
                <a:spcPct val="124719"/>
              </a:lnSpc>
              <a:spcBef>
                <a:spcPts val="0"/>
              </a:spcBef>
              <a:spcAft>
                <a:spcPts val="0"/>
              </a:spcAft>
              <a:buClr>
                <a:srgbClr val="124E73"/>
              </a:buClr>
              <a:buSzPts val="4450"/>
              <a:buFont typeface="MuseoModerno Medium"/>
              <a:buNone/>
            </a:pPr>
            <a:r>
              <a:rPr lang="en-US" sz="4450" u="sng">
                <a:solidFill>
                  <a:srgbClr val="124E73"/>
                </a:solidFill>
                <a:latin typeface="MuseoModerno Medium"/>
                <a:ea typeface="MuseoModerno Medium"/>
                <a:cs typeface="MuseoModerno Medium"/>
                <a:sym typeface="MuseoModerno Medium"/>
              </a:rPr>
              <a:t>Comparison of Decentralized Entities</a:t>
            </a:r>
            <a:endParaRPr sz="4450" u="sng">
              <a:solidFill>
                <a:schemeClr val="dk1"/>
              </a:solidFill>
              <a:latin typeface="Trebuchet MS"/>
              <a:ea typeface="Trebuchet MS"/>
              <a:cs typeface="Trebuchet MS"/>
              <a:sym typeface="Trebuchet MS"/>
            </a:endParaRPr>
          </a:p>
        </p:txBody>
      </p:sp>
      <p:sp>
        <p:nvSpPr>
          <p:cNvPr id="236" name="Google Shape;236;p9"/>
          <p:cNvSpPr/>
          <p:nvPr/>
        </p:nvSpPr>
        <p:spPr>
          <a:xfrm>
            <a:off x="92599" y="1732036"/>
            <a:ext cx="9931934" cy="5473770"/>
          </a:xfrm>
          <a:prstGeom prst="roundRect">
            <a:avLst>
              <a:gd name="adj" fmla="val 795"/>
            </a:avLst>
          </a:prstGeom>
          <a:noFill/>
          <a:ln w="9525" cap="flat" cmpd="sng">
            <a:solidFill>
              <a:srgbClr val="000000">
                <a:alpha val="7843"/>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9"/>
          <p:cNvSpPr/>
          <p:nvPr/>
        </p:nvSpPr>
        <p:spPr>
          <a:xfrm>
            <a:off x="-108434" y="1636745"/>
            <a:ext cx="12091553" cy="681836"/>
          </a:xfrm>
          <a:prstGeom prst="rect">
            <a:avLst/>
          </a:prstGeom>
          <a:solidFill>
            <a:srgbClr val="FFFFFF">
              <a:alpha val="3921"/>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sp>
        <p:nvSpPr>
          <p:cNvPr id="238" name="Google Shape;238;p9"/>
          <p:cNvSpPr/>
          <p:nvPr/>
        </p:nvSpPr>
        <p:spPr>
          <a:xfrm>
            <a:off x="348627" y="1772306"/>
            <a:ext cx="1018074" cy="477884"/>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2B4150"/>
              </a:buClr>
              <a:buSzPts val="1750"/>
              <a:buFont typeface="Arial"/>
              <a:buNone/>
            </a:pPr>
            <a:r>
              <a:rPr lang="en-US" sz="1750">
                <a:solidFill>
                  <a:srgbClr val="2B4150"/>
                </a:solidFill>
                <a:latin typeface="Arial"/>
                <a:ea typeface="Arial"/>
                <a:cs typeface="Arial"/>
                <a:sym typeface="Arial"/>
              </a:rPr>
              <a:t>Entity</a:t>
            </a:r>
            <a:endParaRPr sz="1750">
              <a:solidFill>
                <a:schemeClr val="dk1"/>
              </a:solidFill>
              <a:latin typeface="Trebuchet MS"/>
              <a:ea typeface="Trebuchet MS"/>
              <a:cs typeface="Trebuchet MS"/>
              <a:sym typeface="Trebuchet MS"/>
            </a:endParaRPr>
          </a:p>
        </p:txBody>
      </p:sp>
      <p:sp>
        <p:nvSpPr>
          <p:cNvPr id="239" name="Google Shape;239;p9"/>
          <p:cNvSpPr/>
          <p:nvPr/>
        </p:nvSpPr>
        <p:spPr>
          <a:xfrm>
            <a:off x="2214054" y="1772306"/>
            <a:ext cx="1443545" cy="477884"/>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2B4150"/>
              </a:buClr>
              <a:buSzPts val="1750"/>
              <a:buFont typeface="Arial"/>
              <a:buNone/>
            </a:pPr>
            <a:r>
              <a:rPr lang="en-US" sz="1750" dirty="0">
                <a:solidFill>
                  <a:srgbClr val="2B4150"/>
                </a:solidFill>
                <a:latin typeface="Arial"/>
                <a:ea typeface="Arial"/>
                <a:cs typeface="Arial"/>
                <a:sym typeface="Arial"/>
              </a:rPr>
              <a:t>Autonomous?</a:t>
            </a:r>
            <a:endParaRPr sz="1750" dirty="0">
              <a:solidFill>
                <a:schemeClr val="dk1"/>
              </a:solidFill>
              <a:latin typeface="Trebuchet MS"/>
              <a:ea typeface="Trebuchet MS"/>
              <a:cs typeface="Trebuchet MS"/>
              <a:sym typeface="Trebuchet MS"/>
            </a:endParaRPr>
          </a:p>
        </p:txBody>
      </p:sp>
      <p:sp>
        <p:nvSpPr>
          <p:cNvPr id="240" name="Google Shape;240;p9"/>
          <p:cNvSpPr/>
          <p:nvPr/>
        </p:nvSpPr>
        <p:spPr>
          <a:xfrm>
            <a:off x="4075597" y="1772306"/>
            <a:ext cx="1015310" cy="477884"/>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2B4150"/>
              </a:buClr>
              <a:buSzPts val="1750"/>
              <a:buFont typeface="Arial"/>
              <a:buNone/>
            </a:pPr>
            <a:r>
              <a:rPr lang="en-US" sz="1750">
                <a:solidFill>
                  <a:srgbClr val="2B4150"/>
                </a:solidFill>
                <a:latin typeface="Arial"/>
                <a:ea typeface="Arial"/>
                <a:cs typeface="Arial"/>
                <a:sym typeface="Arial"/>
              </a:rPr>
              <a:t>Software?</a:t>
            </a:r>
            <a:endParaRPr sz="1750">
              <a:solidFill>
                <a:schemeClr val="dk1"/>
              </a:solidFill>
              <a:latin typeface="Trebuchet MS"/>
              <a:ea typeface="Trebuchet MS"/>
              <a:cs typeface="Trebuchet MS"/>
              <a:sym typeface="Trebuchet MS"/>
            </a:endParaRPr>
          </a:p>
        </p:txBody>
      </p:sp>
      <p:sp>
        <p:nvSpPr>
          <p:cNvPr id="241" name="Google Shape;241;p9"/>
          <p:cNvSpPr/>
          <p:nvPr/>
        </p:nvSpPr>
        <p:spPr>
          <a:xfrm>
            <a:off x="5937140" y="1772306"/>
            <a:ext cx="1015310" cy="477884"/>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2B4150"/>
              </a:buClr>
              <a:buSzPts val="1750"/>
              <a:buFont typeface="Arial"/>
              <a:buNone/>
            </a:pPr>
            <a:r>
              <a:rPr lang="en-US" sz="1750">
                <a:solidFill>
                  <a:srgbClr val="2B4150"/>
                </a:solidFill>
                <a:latin typeface="Arial"/>
                <a:ea typeface="Arial"/>
                <a:cs typeface="Arial"/>
                <a:sym typeface="Arial"/>
              </a:rPr>
              <a:t>Owned?</a:t>
            </a:r>
            <a:endParaRPr sz="1750">
              <a:solidFill>
                <a:schemeClr val="dk1"/>
              </a:solidFill>
              <a:latin typeface="Trebuchet MS"/>
              <a:ea typeface="Trebuchet MS"/>
              <a:cs typeface="Trebuchet MS"/>
              <a:sym typeface="Trebuchet MS"/>
            </a:endParaRPr>
          </a:p>
        </p:txBody>
      </p:sp>
      <p:sp>
        <p:nvSpPr>
          <p:cNvPr id="242" name="Google Shape;242;p9"/>
          <p:cNvSpPr/>
          <p:nvPr/>
        </p:nvSpPr>
        <p:spPr>
          <a:xfrm>
            <a:off x="7798682" y="1772306"/>
            <a:ext cx="1015310" cy="477884"/>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2B4150"/>
              </a:buClr>
              <a:buSzPts val="1750"/>
              <a:buFont typeface="Arial"/>
              <a:buNone/>
            </a:pPr>
            <a:r>
              <a:rPr lang="en-US" sz="1750">
                <a:solidFill>
                  <a:srgbClr val="2B4150"/>
                </a:solidFill>
                <a:latin typeface="Arial"/>
                <a:ea typeface="Arial"/>
                <a:cs typeface="Arial"/>
                <a:sym typeface="Arial"/>
              </a:rPr>
              <a:t>Capital?</a:t>
            </a:r>
            <a:endParaRPr sz="1750">
              <a:solidFill>
                <a:schemeClr val="dk1"/>
              </a:solidFill>
              <a:latin typeface="Trebuchet MS"/>
              <a:ea typeface="Trebuchet MS"/>
              <a:cs typeface="Trebuchet MS"/>
              <a:sym typeface="Trebuchet MS"/>
            </a:endParaRPr>
          </a:p>
        </p:txBody>
      </p:sp>
      <p:sp>
        <p:nvSpPr>
          <p:cNvPr id="243" name="Google Shape;243;p9"/>
          <p:cNvSpPr/>
          <p:nvPr/>
        </p:nvSpPr>
        <p:spPr>
          <a:xfrm>
            <a:off x="9156952" y="1818025"/>
            <a:ext cx="1453287" cy="477884"/>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2B4150"/>
              </a:buClr>
              <a:buSzPts val="1750"/>
              <a:buFont typeface="Arial"/>
              <a:buNone/>
            </a:pPr>
            <a:r>
              <a:rPr lang="en-US" sz="1750">
                <a:solidFill>
                  <a:srgbClr val="2B4150"/>
                </a:solidFill>
                <a:latin typeface="Arial"/>
                <a:ea typeface="Arial"/>
                <a:cs typeface="Arial"/>
                <a:sym typeface="Arial"/>
              </a:rPr>
              <a:t>Legal status</a:t>
            </a:r>
            <a:endParaRPr sz="1750">
              <a:solidFill>
                <a:schemeClr val="dk1"/>
              </a:solidFill>
              <a:latin typeface="Trebuchet MS"/>
              <a:ea typeface="Trebuchet MS"/>
              <a:cs typeface="Trebuchet MS"/>
              <a:sym typeface="Trebuchet MS"/>
            </a:endParaRPr>
          </a:p>
        </p:txBody>
      </p:sp>
      <p:sp>
        <p:nvSpPr>
          <p:cNvPr id="244" name="Google Shape;244;p9"/>
          <p:cNvSpPr/>
          <p:nvPr/>
        </p:nvSpPr>
        <p:spPr>
          <a:xfrm>
            <a:off x="11173926" y="1737893"/>
            <a:ext cx="1018074" cy="477884"/>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2B4150"/>
              </a:buClr>
              <a:buSzPts val="1750"/>
              <a:buFont typeface="Arial"/>
              <a:buNone/>
            </a:pPr>
            <a:r>
              <a:rPr lang="en-US" sz="1750">
                <a:solidFill>
                  <a:srgbClr val="2B4150"/>
                </a:solidFill>
                <a:latin typeface="Arial"/>
                <a:ea typeface="Arial"/>
                <a:cs typeface="Arial"/>
                <a:sym typeface="Arial"/>
              </a:rPr>
              <a:t>Cost</a:t>
            </a:r>
            <a:endParaRPr sz="1750">
              <a:solidFill>
                <a:schemeClr val="dk1"/>
              </a:solidFill>
              <a:latin typeface="Trebuchet MS"/>
              <a:ea typeface="Trebuchet MS"/>
              <a:cs typeface="Trebuchet MS"/>
              <a:sym typeface="Trebuchet MS"/>
            </a:endParaRPr>
          </a:p>
        </p:txBody>
      </p:sp>
      <p:sp>
        <p:nvSpPr>
          <p:cNvPr id="245" name="Google Shape;245;p9"/>
          <p:cNvSpPr/>
          <p:nvPr/>
        </p:nvSpPr>
        <p:spPr>
          <a:xfrm>
            <a:off x="92599" y="2287065"/>
            <a:ext cx="11790075" cy="681836"/>
          </a:xfrm>
          <a:prstGeom prst="rect">
            <a:avLst/>
          </a:prstGeom>
          <a:solidFill>
            <a:srgbClr val="000000">
              <a:alpha val="392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9"/>
          <p:cNvSpPr/>
          <p:nvPr/>
        </p:nvSpPr>
        <p:spPr>
          <a:xfrm>
            <a:off x="348627" y="2422625"/>
            <a:ext cx="1018074" cy="477884"/>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2B4150"/>
              </a:buClr>
              <a:buSzPts val="1750"/>
              <a:buFont typeface="Arial"/>
              <a:buNone/>
            </a:pPr>
            <a:r>
              <a:rPr lang="en-US" sz="1750">
                <a:solidFill>
                  <a:srgbClr val="2B4150"/>
                </a:solidFill>
                <a:latin typeface="Arial"/>
                <a:ea typeface="Arial"/>
                <a:cs typeface="Arial"/>
                <a:sym typeface="Arial"/>
              </a:rPr>
              <a:t>DO</a:t>
            </a:r>
            <a:endParaRPr sz="1750">
              <a:solidFill>
                <a:schemeClr val="dk1"/>
              </a:solidFill>
              <a:latin typeface="Trebuchet MS"/>
              <a:ea typeface="Trebuchet MS"/>
              <a:cs typeface="Trebuchet MS"/>
              <a:sym typeface="Trebuchet MS"/>
            </a:endParaRPr>
          </a:p>
        </p:txBody>
      </p:sp>
      <p:sp>
        <p:nvSpPr>
          <p:cNvPr id="247" name="Google Shape;247;p9"/>
          <p:cNvSpPr/>
          <p:nvPr/>
        </p:nvSpPr>
        <p:spPr>
          <a:xfrm>
            <a:off x="2214055" y="2422625"/>
            <a:ext cx="1015310" cy="477884"/>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2B4150"/>
              </a:buClr>
              <a:buSzPts val="1750"/>
              <a:buFont typeface="Arial"/>
              <a:buNone/>
            </a:pPr>
            <a:r>
              <a:rPr lang="en-US" sz="1750">
                <a:solidFill>
                  <a:srgbClr val="2B4150"/>
                </a:solidFill>
                <a:latin typeface="Arial"/>
                <a:ea typeface="Arial"/>
                <a:cs typeface="Arial"/>
                <a:sym typeface="Arial"/>
              </a:rPr>
              <a:t>No</a:t>
            </a:r>
            <a:endParaRPr sz="1750">
              <a:solidFill>
                <a:schemeClr val="dk1"/>
              </a:solidFill>
              <a:latin typeface="Trebuchet MS"/>
              <a:ea typeface="Trebuchet MS"/>
              <a:cs typeface="Trebuchet MS"/>
              <a:sym typeface="Trebuchet MS"/>
            </a:endParaRPr>
          </a:p>
        </p:txBody>
      </p:sp>
      <p:sp>
        <p:nvSpPr>
          <p:cNvPr id="248" name="Google Shape;248;p9"/>
          <p:cNvSpPr/>
          <p:nvPr/>
        </p:nvSpPr>
        <p:spPr>
          <a:xfrm>
            <a:off x="4075597" y="2422625"/>
            <a:ext cx="1015310" cy="477884"/>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2B4150"/>
              </a:buClr>
              <a:buSzPts val="1750"/>
              <a:buFont typeface="Arial"/>
              <a:buNone/>
            </a:pPr>
            <a:r>
              <a:rPr lang="en-US" sz="1750">
                <a:solidFill>
                  <a:srgbClr val="2B4150"/>
                </a:solidFill>
                <a:latin typeface="Arial"/>
                <a:ea typeface="Arial"/>
                <a:cs typeface="Arial"/>
                <a:sym typeface="Arial"/>
              </a:rPr>
              <a:t>No</a:t>
            </a:r>
            <a:endParaRPr sz="1750">
              <a:solidFill>
                <a:schemeClr val="dk1"/>
              </a:solidFill>
              <a:latin typeface="Trebuchet MS"/>
              <a:ea typeface="Trebuchet MS"/>
              <a:cs typeface="Trebuchet MS"/>
              <a:sym typeface="Trebuchet MS"/>
            </a:endParaRPr>
          </a:p>
        </p:txBody>
      </p:sp>
      <p:sp>
        <p:nvSpPr>
          <p:cNvPr id="249" name="Google Shape;249;p9"/>
          <p:cNvSpPr/>
          <p:nvPr/>
        </p:nvSpPr>
        <p:spPr>
          <a:xfrm>
            <a:off x="5937140" y="2422625"/>
            <a:ext cx="1015310" cy="477884"/>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2B4150"/>
              </a:buClr>
              <a:buSzPts val="1750"/>
              <a:buFont typeface="Arial"/>
              <a:buNone/>
            </a:pPr>
            <a:r>
              <a:rPr lang="en-US" sz="1750">
                <a:solidFill>
                  <a:srgbClr val="2B4150"/>
                </a:solidFill>
                <a:latin typeface="Arial"/>
                <a:ea typeface="Arial"/>
                <a:cs typeface="Arial"/>
                <a:sym typeface="Arial"/>
              </a:rPr>
              <a:t>Yes</a:t>
            </a:r>
            <a:endParaRPr sz="1750">
              <a:solidFill>
                <a:schemeClr val="dk1"/>
              </a:solidFill>
              <a:latin typeface="Trebuchet MS"/>
              <a:ea typeface="Trebuchet MS"/>
              <a:cs typeface="Trebuchet MS"/>
              <a:sym typeface="Trebuchet MS"/>
            </a:endParaRPr>
          </a:p>
        </p:txBody>
      </p:sp>
      <p:sp>
        <p:nvSpPr>
          <p:cNvPr id="250" name="Google Shape;250;p9"/>
          <p:cNvSpPr/>
          <p:nvPr/>
        </p:nvSpPr>
        <p:spPr>
          <a:xfrm>
            <a:off x="7798682" y="2422625"/>
            <a:ext cx="1015310" cy="477884"/>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2B4150"/>
              </a:buClr>
              <a:buSzPts val="1750"/>
              <a:buFont typeface="Arial"/>
              <a:buNone/>
            </a:pPr>
            <a:r>
              <a:rPr lang="en-US" sz="1750">
                <a:solidFill>
                  <a:srgbClr val="2B4150"/>
                </a:solidFill>
                <a:latin typeface="Arial"/>
                <a:ea typeface="Arial"/>
                <a:cs typeface="Arial"/>
                <a:sym typeface="Arial"/>
              </a:rPr>
              <a:t>Yes</a:t>
            </a:r>
            <a:endParaRPr sz="1750">
              <a:solidFill>
                <a:schemeClr val="dk1"/>
              </a:solidFill>
              <a:latin typeface="Trebuchet MS"/>
              <a:ea typeface="Trebuchet MS"/>
              <a:cs typeface="Trebuchet MS"/>
              <a:sym typeface="Trebuchet MS"/>
            </a:endParaRPr>
          </a:p>
        </p:txBody>
      </p:sp>
      <p:sp>
        <p:nvSpPr>
          <p:cNvPr id="251" name="Google Shape;251;p9"/>
          <p:cNvSpPr/>
          <p:nvPr/>
        </p:nvSpPr>
        <p:spPr>
          <a:xfrm>
            <a:off x="9156952" y="2468344"/>
            <a:ext cx="1453287" cy="477884"/>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2B4150"/>
              </a:buClr>
              <a:buSzPts val="1750"/>
              <a:buFont typeface="Arial"/>
              <a:buNone/>
            </a:pPr>
            <a:r>
              <a:rPr lang="en-US" sz="1750">
                <a:solidFill>
                  <a:srgbClr val="2B4150"/>
                </a:solidFill>
                <a:latin typeface="Arial"/>
                <a:ea typeface="Arial"/>
                <a:cs typeface="Arial"/>
                <a:sym typeface="Arial"/>
              </a:rPr>
              <a:t>Yes</a:t>
            </a:r>
            <a:endParaRPr sz="1750">
              <a:solidFill>
                <a:schemeClr val="dk1"/>
              </a:solidFill>
              <a:latin typeface="Trebuchet MS"/>
              <a:ea typeface="Trebuchet MS"/>
              <a:cs typeface="Trebuchet MS"/>
              <a:sym typeface="Trebuchet MS"/>
            </a:endParaRPr>
          </a:p>
        </p:txBody>
      </p:sp>
      <p:sp>
        <p:nvSpPr>
          <p:cNvPr id="252" name="Google Shape;252;p9"/>
          <p:cNvSpPr/>
          <p:nvPr/>
        </p:nvSpPr>
        <p:spPr>
          <a:xfrm>
            <a:off x="11173926" y="2388212"/>
            <a:ext cx="1018074" cy="477884"/>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2B4150"/>
              </a:buClr>
              <a:buSzPts val="1750"/>
              <a:buFont typeface="Arial"/>
              <a:buNone/>
            </a:pPr>
            <a:r>
              <a:rPr lang="en-US" sz="1750">
                <a:solidFill>
                  <a:srgbClr val="2B4150"/>
                </a:solidFill>
                <a:latin typeface="Arial"/>
                <a:ea typeface="Arial"/>
                <a:cs typeface="Arial"/>
                <a:sym typeface="Arial"/>
              </a:rPr>
              <a:t>High</a:t>
            </a:r>
            <a:endParaRPr sz="1750">
              <a:solidFill>
                <a:schemeClr val="dk1"/>
              </a:solidFill>
              <a:latin typeface="Trebuchet MS"/>
              <a:ea typeface="Trebuchet MS"/>
              <a:cs typeface="Trebuchet MS"/>
              <a:sym typeface="Trebuchet MS"/>
            </a:endParaRPr>
          </a:p>
        </p:txBody>
      </p:sp>
      <p:sp>
        <p:nvSpPr>
          <p:cNvPr id="253" name="Google Shape;253;p9"/>
          <p:cNvSpPr/>
          <p:nvPr/>
        </p:nvSpPr>
        <p:spPr>
          <a:xfrm>
            <a:off x="-108434" y="2937384"/>
            <a:ext cx="12180293" cy="681836"/>
          </a:xfrm>
          <a:prstGeom prst="rect">
            <a:avLst/>
          </a:prstGeom>
          <a:solidFill>
            <a:srgbClr val="FFFFFF">
              <a:alpha val="392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9"/>
          <p:cNvSpPr/>
          <p:nvPr/>
        </p:nvSpPr>
        <p:spPr>
          <a:xfrm>
            <a:off x="348627" y="3072945"/>
            <a:ext cx="1018074" cy="477884"/>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2B4150"/>
              </a:buClr>
              <a:buSzPts val="1750"/>
              <a:buFont typeface="Arial"/>
              <a:buNone/>
            </a:pPr>
            <a:r>
              <a:rPr lang="en-US" sz="1750">
                <a:solidFill>
                  <a:srgbClr val="2B4150"/>
                </a:solidFill>
                <a:latin typeface="Arial"/>
                <a:ea typeface="Arial"/>
                <a:cs typeface="Arial"/>
                <a:sym typeface="Arial"/>
              </a:rPr>
              <a:t>DAO</a:t>
            </a:r>
            <a:endParaRPr sz="1750">
              <a:solidFill>
                <a:schemeClr val="dk1"/>
              </a:solidFill>
              <a:latin typeface="Trebuchet MS"/>
              <a:ea typeface="Trebuchet MS"/>
              <a:cs typeface="Trebuchet MS"/>
              <a:sym typeface="Trebuchet MS"/>
            </a:endParaRPr>
          </a:p>
        </p:txBody>
      </p:sp>
      <p:sp>
        <p:nvSpPr>
          <p:cNvPr id="255" name="Google Shape;255;p9"/>
          <p:cNvSpPr/>
          <p:nvPr/>
        </p:nvSpPr>
        <p:spPr>
          <a:xfrm>
            <a:off x="2214055" y="3072945"/>
            <a:ext cx="1015310" cy="477884"/>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2B4150"/>
              </a:buClr>
              <a:buSzPts val="1750"/>
              <a:buFont typeface="Arial"/>
              <a:buNone/>
            </a:pPr>
            <a:r>
              <a:rPr lang="en-US" sz="1750">
                <a:solidFill>
                  <a:srgbClr val="2B4150"/>
                </a:solidFill>
                <a:latin typeface="Arial"/>
                <a:ea typeface="Arial"/>
                <a:cs typeface="Arial"/>
                <a:sym typeface="Arial"/>
              </a:rPr>
              <a:t>Yes</a:t>
            </a:r>
            <a:endParaRPr sz="1750">
              <a:solidFill>
                <a:schemeClr val="dk1"/>
              </a:solidFill>
              <a:latin typeface="Trebuchet MS"/>
              <a:ea typeface="Trebuchet MS"/>
              <a:cs typeface="Trebuchet MS"/>
              <a:sym typeface="Trebuchet MS"/>
            </a:endParaRPr>
          </a:p>
        </p:txBody>
      </p:sp>
      <p:sp>
        <p:nvSpPr>
          <p:cNvPr id="256" name="Google Shape;256;p9"/>
          <p:cNvSpPr/>
          <p:nvPr/>
        </p:nvSpPr>
        <p:spPr>
          <a:xfrm>
            <a:off x="4075597" y="3072945"/>
            <a:ext cx="1015310" cy="477884"/>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2B4150"/>
              </a:buClr>
              <a:buSzPts val="1750"/>
              <a:buFont typeface="Arial"/>
              <a:buNone/>
            </a:pPr>
            <a:r>
              <a:rPr lang="en-US" sz="1750">
                <a:solidFill>
                  <a:srgbClr val="2B4150"/>
                </a:solidFill>
                <a:latin typeface="Arial"/>
                <a:ea typeface="Arial"/>
                <a:cs typeface="Arial"/>
                <a:sym typeface="Arial"/>
              </a:rPr>
              <a:t>Yes</a:t>
            </a:r>
            <a:endParaRPr sz="1750">
              <a:solidFill>
                <a:schemeClr val="dk1"/>
              </a:solidFill>
              <a:latin typeface="Trebuchet MS"/>
              <a:ea typeface="Trebuchet MS"/>
              <a:cs typeface="Trebuchet MS"/>
              <a:sym typeface="Trebuchet MS"/>
            </a:endParaRPr>
          </a:p>
        </p:txBody>
      </p:sp>
      <p:sp>
        <p:nvSpPr>
          <p:cNvPr id="257" name="Google Shape;257;p9"/>
          <p:cNvSpPr/>
          <p:nvPr/>
        </p:nvSpPr>
        <p:spPr>
          <a:xfrm>
            <a:off x="5937140" y="3072945"/>
            <a:ext cx="1015310" cy="477884"/>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2B4150"/>
              </a:buClr>
              <a:buSzPts val="1750"/>
              <a:buFont typeface="Arial"/>
              <a:buNone/>
            </a:pPr>
            <a:r>
              <a:rPr lang="en-US" sz="1750">
                <a:solidFill>
                  <a:srgbClr val="2B4150"/>
                </a:solidFill>
                <a:latin typeface="Arial"/>
                <a:ea typeface="Arial"/>
                <a:cs typeface="Arial"/>
                <a:sym typeface="Arial"/>
              </a:rPr>
              <a:t>No</a:t>
            </a:r>
            <a:endParaRPr sz="1750">
              <a:solidFill>
                <a:schemeClr val="dk1"/>
              </a:solidFill>
              <a:latin typeface="Trebuchet MS"/>
              <a:ea typeface="Trebuchet MS"/>
              <a:cs typeface="Trebuchet MS"/>
              <a:sym typeface="Trebuchet MS"/>
            </a:endParaRPr>
          </a:p>
        </p:txBody>
      </p:sp>
      <p:sp>
        <p:nvSpPr>
          <p:cNvPr id="258" name="Google Shape;258;p9"/>
          <p:cNvSpPr/>
          <p:nvPr/>
        </p:nvSpPr>
        <p:spPr>
          <a:xfrm>
            <a:off x="7798682" y="3072945"/>
            <a:ext cx="1015310" cy="477884"/>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2B4150"/>
              </a:buClr>
              <a:buSzPts val="1750"/>
              <a:buFont typeface="Arial"/>
              <a:buNone/>
            </a:pPr>
            <a:r>
              <a:rPr lang="en-US" sz="1750">
                <a:solidFill>
                  <a:srgbClr val="2B4150"/>
                </a:solidFill>
                <a:latin typeface="Arial"/>
                <a:ea typeface="Arial"/>
                <a:cs typeface="Arial"/>
                <a:sym typeface="Arial"/>
              </a:rPr>
              <a:t>Yes</a:t>
            </a:r>
            <a:endParaRPr sz="1750">
              <a:solidFill>
                <a:schemeClr val="dk1"/>
              </a:solidFill>
              <a:latin typeface="Trebuchet MS"/>
              <a:ea typeface="Trebuchet MS"/>
              <a:cs typeface="Trebuchet MS"/>
              <a:sym typeface="Trebuchet MS"/>
            </a:endParaRPr>
          </a:p>
        </p:txBody>
      </p:sp>
      <p:sp>
        <p:nvSpPr>
          <p:cNvPr id="259" name="Google Shape;259;p9"/>
          <p:cNvSpPr/>
          <p:nvPr/>
        </p:nvSpPr>
        <p:spPr>
          <a:xfrm>
            <a:off x="9156952" y="3118664"/>
            <a:ext cx="1453287" cy="477884"/>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2B4150"/>
              </a:buClr>
              <a:buSzPts val="1750"/>
              <a:buFont typeface="Arial"/>
              <a:buNone/>
            </a:pPr>
            <a:r>
              <a:rPr lang="en-US" sz="1750">
                <a:solidFill>
                  <a:srgbClr val="2B4150"/>
                </a:solidFill>
                <a:latin typeface="Arial"/>
                <a:ea typeface="Arial"/>
                <a:cs typeface="Arial"/>
                <a:sym typeface="Arial"/>
              </a:rPr>
              <a:t>Unsettled</a:t>
            </a:r>
            <a:endParaRPr sz="1750">
              <a:solidFill>
                <a:schemeClr val="dk1"/>
              </a:solidFill>
              <a:latin typeface="Trebuchet MS"/>
              <a:ea typeface="Trebuchet MS"/>
              <a:cs typeface="Trebuchet MS"/>
              <a:sym typeface="Trebuchet MS"/>
            </a:endParaRPr>
          </a:p>
        </p:txBody>
      </p:sp>
      <p:sp>
        <p:nvSpPr>
          <p:cNvPr id="260" name="Google Shape;260;p9"/>
          <p:cNvSpPr/>
          <p:nvPr/>
        </p:nvSpPr>
        <p:spPr>
          <a:xfrm>
            <a:off x="11173926" y="3038532"/>
            <a:ext cx="1018074" cy="477884"/>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2B4150"/>
              </a:buClr>
              <a:buSzPts val="1750"/>
              <a:buFont typeface="Arial"/>
              <a:buNone/>
            </a:pPr>
            <a:r>
              <a:rPr lang="en-US" sz="1750">
                <a:solidFill>
                  <a:srgbClr val="2B4150"/>
                </a:solidFill>
                <a:latin typeface="Arial"/>
                <a:ea typeface="Arial"/>
                <a:cs typeface="Arial"/>
                <a:sym typeface="Arial"/>
              </a:rPr>
              <a:t>Low</a:t>
            </a:r>
            <a:endParaRPr sz="1750">
              <a:solidFill>
                <a:schemeClr val="dk1"/>
              </a:solidFill>
              <a:latin typeface="Trebuchet MS"/>
              <a:ea typeface="Trebuchet MS"/>
              <a:cs typeface="Trebuchet MS"/>
              <a:sym typeface="Trebuchet MS"/>
            </a:endParaRPr>
          </a:p>
        </p:txBody>
      </p:sp>
      <p:sp>
        <p:nvSpPr>
          <p:cNvPr id="261" name="Google Shape;261;p9"/>
          <p:cNvSpPr/>
          <p:nvPr/>
        </p:nvSpPr>
        <p:spPr>
          <a:xfrm>
            <a:off x="92599" y="3587704"/>
            <a:ext cx="11890522" cy="681836"/>
          </a:xfrm>
          <a:prstGeom prst="rect">
            <a:avLst/>
          </a:prstGeom>
          <a:solidFill>
            <a:srgbClr val="000000">
              <a:alpha val="392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9"/>
          <p:cNvSpPr/>
          <p:nvPr/>
        </p:nvSpPr>
        <p:spPr>
          <a:xfrm>
            <a:off x="348627" y="3723264"/>
            <a:ext cx="1018074" cy="477884"/>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2B4150"/>
              </a:buClr>
              <a:buSzPts val="1750"/>
              <a:buFont typeface="Arial"/>
              <a:buNone/>
            </a:pPr>
            <a:r>
              <a:rPr lang="en-US" sz="1750">
                <a:solidFill>
                  <a:srgbClr val="2B4150"/>
                </a:solidFill>
                <a:latin typeface="Arial"/>
                <a:ea typeface="Arial"/>
                <a:cs typeface="Arial"/>
                <a:sym typeface="Arial"/>
              </a:rPr>
              <a:t>DAC</a:t>
            </a:r>
            <a:endParaRPr sz="1750">
              <a:solidFill>
                <a:schemeClr val="dk1"/>
              </a:solidFill>
              <a:latin typeface="Trebuchet MS"/>
              <a:ea typeface="Trebuchet MS"/>
              <a:cs typeface="Trebuchet MS"/>
              <a:sym typeface="Trebuchet MS"/>
            </a:endParaRPr>
          </a:p>
        </p:txBody>
      </p:sp>
      <p:sp>
        <p:nvSpPr>
          <p:cNvPr id="263" name="Google Shape;263;p9"/>
          <p:cNvSpPr/>
          <p:nvPr/>
        </p:nvSpPr>
        <p:spPr>
          <a:xfrm>
            <a:off x="2214055" y="3723264"/>
            <a:ext cx="1015310" cy="477884"/>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2B4150"/>
              </a:buClr>
              <a:buSzPts val="1750"/>
              <a:buFont typeface="Arial"/>
              <a:buNone/>
            </a:pPr>
            <a:r>
              <a:rPr lang="en-US" sz="1750">
                <a:solidFill>
                  <a:srgbClr val="2B4150"/>
                </a:solidFill>
                <a:latin typeface="Arial"/>
                <a:ea typeface="Arial"/>
                <a:cs typeface="Arial"/>
                <a:sym typeface="Arial"/>
              </a:rPr>
              <a:t>Yes</a:t>
            </a:r>
            <a:endParaRPr sz="1750">
              <a:solidFill>
                <a:schemeClr val="dk1"/>
              </a:solidFill>
              <a:latin typeface="Trebuchet MS"/>
              <a:ea typeface="Trebuchet MS"/>
              <a:cs typeface="Trebuchet MS"/>
              <a:sym typeface="Trebuchet MS"/>
            </a:endParaRPr>
          </a:p>
        </p:txBody>
      </p:sp>
      <p:sp>
        <p:nvSpPr>
          <p:cNvPr id="264" name="Google Shape;264;p9"/>
          <p:cNvSpPr/>
          <p:nvPr/>
        </p:nvSpPr>
        <p:spPr>
          <a:xfrm>
            <a:off x="4075597" y="3723264"/>
            <a:ext cx="1015310" cy="477884"/>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2B4150"/>
              </a:buClr>
              <a:buSzPts val="1750"/>
              <a:buFont typeface="Arial"/>
              <a:buNone/>
            </a:pPr>
            <a:r>
              <a:rPr lang="en-US" sz="1750">
                <a:solidFill>
                  <a:srgbClr val="2B4150"/>
                </a:solidFill>
                <a:latin typeface="Arial"/>
                <a:ea typeface="Arial"/>
                <a:cs typeface="Arial"/>
                <a:sym typeface="Arial"/>
              </a:rPr>
              <a:t>Yes</a:t>
            </a:r>
            <a:endParaRPr sz="1750">
              <a:solidFill>
                <a:schemeClr val="dk1"/>
              </a:solidFill>
              <a:latin typeface="Trebuchet MS"/>
              <a:ea typeface="Trebuchet MS"/>
              <a:cs typeface="Trebuchet MS"/>
              <a:sym typeface="Trebuchet MS"/>
            </a:endParaRPr>
          </a:p>
        </p:txBody>
      </p:sp>
      <p:sp>
        <p:nvSpPr>
          <p:cNvPr id="265" name="Google Shape;265;p9"/>
          <p:cNvSpPr/>
          <p:nvPr/>
        </p:nvSpPr>
        <p:spPr>
          <a:xfrm>
            <a:off x="5937140" y="3723264"/>
            <a:ext cx="1015310" cy="477884"/>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2B4150"/>
              </a:buClr>
              <a:buSzPts val="1750"/>
              <a:buFont typeface="Arial"/>
              <a:buNone/>
            </a:pPr>
            <a:r>
              <a:rPr lang="en-US" sz="1750">
                <a:solidFill>
                  <a:srgbClr val="2B4150"/>
                </a:solidFill>
                <a:latin typeface="Arial"/>
                <a:ea typeface="Arial"/>
                <a:cs typeface="Arial"/>
                <a:sym typeface="Arial"/>
              </a:rPr>
              <a:t>Yes</a:t>
            </a:r>
            <a:endParaRPr sz="1750">
              <a:solidFill>
                <a:schemeClr val="dk1"/>
              </a:solidFill>
              <a:latin typeface="Trebuchet MS"/>
              <a:ea typeface="Trebuchet MS"/>
              <a:cs typeface="Trebuchet MS"/>
              <a:sym typeface="Trebuchet MS"/>
            </a:endParaRPr>
          </a:p>
        </p:txBody>
      </p:sp>
      <p:sp>
        <p:nvSpPr>
          <p:cNvPr id="266" name="Google Shape;266;p9"/>
          <p:cNvSpPr/>
          <p:nvPr/>
        </p:nvSpPr>
        <p:spPr>
          <a:xfrm>
            <a:off x="7798682" y="3723264"/>
            <a:ext cx="1015310" cy="477884"/>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2B4150"/>
              </a:buClr>
              <a:buSzPts val="1750"/>
              <a:buFont typeface="Arial"/>
              <a:buNone/>
            </a:pPr>
            <a:r>
              <a:rPr lang="en-US" sz="1750">
                <a:solidFill>
                  <a:srgbClr val="2B4150"/>
                </a:solidFill>
                <a:latin typeface="Arial"/>
                <a:ea typeface="Arial"/>
                <a:cs typeface="Arial"/>
                <a:sym typeface="Arial"/>
              </a:rPr>
              <a:t>Yes</a:t>
            </a:r>
            <a:endParaRPr sz="1750">
              <a:solidFill>
                <a:schemeClr val="dk1"/>
              </a:solidFill>
              <a:latin typeface="Trebuchet MS"/>
              <a:ea typeface="Trebuchet MS"/>
              <a:cs typeface="Trebuchet MS"/>
              <a:sym typeface="Trebuchet MS"/>
            </a:endParaRPr>
          </a:p>
        </p:txBody>
      </p:sp>
      <p:sp>
        <p:nvSpPr>
          <p:cNvPr id="267" name="Google Shape;267;p9"/>
          <p:cNvSpPr/>
          <p:nvPr/>
        </p:nvSpPr>
        <p:spPr>
          <a:xfrm>
            <a:off x="9156952" y="3768983"/>
            <a:ext cx="1453287" cy="477884"/>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2B4150"/>
              </a:buClr>
              <a:buSzPts val="1750"/>
              <a:buFont typeface="Arial"/>
              <a:buNone/>
            </a:pPr>
            <a:r>
              <a:rPr lang="en-US" sz="1750">
                <a:solidFill>
                  <a:srgbClr val="2B4150"/>
                </a:solidFill>
                <a:latin typeface="Arial"/>
                <a:ea typeface="Arial"/>
                <a:cs typeface="Arial"/>
                <a:sym typeface="Arial"/>
              </a:rPr>
              <a:t>Unsettled</a:t>
            </a:r>
            <a:endParaRPr sz="1750">
              <a:solidFill>
                <a:schemeClr val="dk1"/>
              </a:solidFill>
              <a:latin typeface="Trebuchet MS"/>
              <a:ea typeface="Trebuchet MS"/>
              <a:cs typeface="Trebuchet MS"/>
              <a:sym typeface="Trebuchet MS"/>
            </a:endParaRPr>
          </a:p>
        </p:txBody>
      </p:sp>
      <p:sp>
        <p:nvSpPr>
          <p:cNvPr id="268" name="Google Shape;268;p9"/>
          <p:cNvSpPr/>
          <p:nvPr/>
        </p:nvSpPr>
        <p:spPr>
          <a:xfrm>
            <a:off x="11173926" y="3688851"/>
            <a:ext cx="1018074" cy="477884"/>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2B4150"/>
              </a:buClr>
              <a:buSzPts val="1750"/>
              <a:buFont typeface="Arial"/>
              <a:buNone/>
            </a:pPr>
            <a:r>
              <a:rPr lang="en-US" sz="1750">
                <a:solidFill>
                  <a:srgbClr val="2B4150"/>
                </a:solidFill>
                <a:latin typeface="Arial"/>
                <a:ea typeface="Arial"/>
                <a:cs typeface="Arial"/>
                <a:sym typeface="Arial"/>
              </a:rPr>
              <a:t>Low</a:t>
            </a:r>
            <a:endParaRPr sz="1750">
              <a:solidFill>
                <a:schemeClr val="dk1"/>
              </a:solidFill>
              <a:latin typeface="Trebuchet MS"/>
              <a:ea typeface="Trebuchet MS"/>
              <a:cs typeface="Trebuchet MS"/>
              <a:sym typeface="Trebuchet MS"/>
            </a:endParaRPr>
          </a:p>
        </p:txBody>
      </p:sp>
      <p:sp>
        <p:nvSpPr>
          <p:cNvPr id="269" name="Google Shape;269;p9"/>
          <p:cNvSpPr/>
          <p:nvPr/>
        </p:nvSpPr>
        <p:spPr>
          <a:xfrm>
            <a:off x="-108433" y="4238023"/>
            <a:ext cx="12091552" cy="681836"/>
          </a:xfrm>
          <a:prstGeom prst="rect">
            <a:avLst/>
          </a:prstGeom>
          <a:solidFill>
            <a:srgbClr val="FFFFFF">
              <a:alpha val="392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9"/>
          <p:cNvSpPr/>
          <p:nvPr/>
        </p:nvSpPr>
        <p:spPr>
          <a:xfrm>
            <a:off x="348627" y="4373583"/>
            <a:ext cx="1018074" cy="477884"/>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2B4150"/>
              </a:buClr>
              <a:buSzPts val="1750"/>
              <a:buFont typeface="Arial"/>
              <a:buNone/>
            </a:pPr>
            <a:r>
              <a:rPr lang="en-US" sz="1750">
                <a:solidFill>
                  <a:srgbClr val="2B4150"/>
                </a:solidFill>
                <a:latin typeface="Arial"/>
                <a:ea typeface="Arial"/>
                <a:cs typeface="Arial"/>
                <a:sym typeface="Arial"/>
              </a:rPr>
              <a:t>DAS</a:t>
            </a:r>
            <a:endParaRPr sz="1750">
              <a:solidFill>
                <a:schemeClr val="dk1"/>
              </a:solidFill>
              <a:latin typeface="Trebuchet MS"/>
              <a:ea typeface="Trebuchet MS"/>
              <a:cs typeface="Trebuchet MS"/>
              <a:sym typeface="Trebuchet MS"/>
            </a:endParaRPr>
          </a:p>
        </p:txBody>
      </p:sp>
      <p:sp>
        <p:nvSpPr>
          <p:cNvPr id="271" name="Google Shape;271;p9"/>
          <p:cNvSpPr/>
          <p:nvPr/>
        </p:nvSpPr>
        <p:spPr>
          <a:xfrm>
            <a:off x="2214055" y="4373583"/>
            <a:ext cx="1015310" cy="477884"/>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2B4150"/>
              </a:buClr>
              <a:buSzPts val="1750"/>
              <a:buFont typeface="Arial"/>
              <a:buNone/>
            </a:pPr>
            <a:r>
              <a:rPr lang="en-US" sz="1750">
                <a:solidFill>
                  <a:srgbClr val="2B4150"/>
                </a:solidFill>
                <a:latin typeface="Arial"/>
                <a:ea typeface="Arial"/>
                <a:cs typeface="Arial"/>
                <a:sym typeface="Arial"/>
              </a:rPr>
              <a:t>Yes</a:t>
            </a:r>
            <a:endParaRPr sz="1750">
              <a:solidFill>
                <a:schemeClr val="dk1"/>
              </a:solidFill>
              <a:latin typeface="Trebuchet MS"/>
              <a:ea typeface="Trebuchet MS"/>
              <a:cs typeface="Trebuchet MS"/>
              <a:sym typeface="Trebuchet MS"/>
            </a:endParaRPr>
          </a:p>
        </p:txBody>
      </p:sp>
      <p:sp>
        <p:nvSpPr>
          <p:cNvPr id="272" name="Google Shape;272;p9"/>
          <p:cNvSpPr/>
          <p:nvPr/>
        </p:nvSpPr>
        <p:spPr>
          <a:xfrm>
            <a:off x="4075597" y="4373583"/>
            <a:ext cx="1015310" cy="477884"/>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2B4150"/>
              </a:buClr>
              <a:buSzPts val="1750"/>
              <a:buFont typeface="Arial"/>
              <a:buNone/>
            </a:pPr>
            <a:r>
              <a:rPr lang="en-US" sz="1750">
                <a:solidFill>
                  <a:srgbClr val="2B4150"/>
                </a:solidFill>
                <a:latin typeface="Arial"/>
                <a:ea typeface="Arial"/>
                <a:cs typeface="Arial"/>
                <a:sym typeface="Arial"/>
              </a:rPr>
              <a:t>Yes</a:t>
            </a:r>
            <a:endParaRPr sz="1750">
              <a:solidFill>
                <a:schemeClr val="dk1"/>
              </a:solidFill>
              <a:latin typeface="Trebuchet MS"/>
              <a:ea typeface="Trebuchet MS"/>
              <a:cs typeface="Trebuchet MS"/>
              <a:sym typeface="Trebuchet MS"/>
            </a:endParaRPr>
          </a:p>
        </p:txBody>
      </p:sp>
      <p:sp>
        <p:nvSpPr>
          <p:cNvPr id="273" name="Google Shape;273;p9"/>
          <p:cNvSpPr/>
          <p:nvPr/>
        </p:nvSpPr>
        <p:spPr>
          <a:xfrm>
            <a:off x="5937140" y="4373583"/>
            <a:ext cx="1015310" cy="477884"/>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2B4150"/>
              </a:buClr>
              <a:buSzPts val="1750"/>
              <a:buFont typeface="Arial"/>
              <a:buNone/>
            </a:pPr>
            <a:r>
              <a:rPr lang="en-US" sz="1750">
                <a:solidFill>
                  <a:srgbClr val="2B4150"/>
                </a:solidFill>
                <a:latin typeface="Arial"/>
                <a:ea typeface="Arial"/>
                <a:cs typeface="Arial"/>
                <a:sym typeface="Arial"/>
              </a:rPr>
              <a:t>No</a:t>
            </a:r>
            <a:endParaRPr sz="1750">
              <a:solidFill>
                <a:schemeClr val="dk1"/>
              </a:solidFill>
              <a:latin typeface="Trebuchet MS"/>
              <a:ea typeface="Trebuchet MS"/>
              <a:cs typeface="Trebuchet MS"/>
              <a:sym typeface="Trebuchet MS"/>
            </a:endParaRPr>
          </a:p>
        </p:txBody>
      </p:sp>
      <p:sp>
        <p:nvSpPr>
          <p:cNvPr id="274" name="Google Shape;274;p9"/>
          <p:cNvSpPr/>
          <p:nvPr/>
        </p:nvSpPr>
        <p:spPr>
          <a:xfrm>
            <a:off x="7798682" y="4373583"/>
            <a:ext cx="1015310" cy="477884"/>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2B4150"/>
              </a:buClr>
              <a:buSzPts val="1750"/>
              <a:buFont typeface="Arial"/>
              <a:buNone/>
            </a:pPr>
            <a:r>
              <a:rPr lang="en-US" sz="1750">
                <a:solidFill>
                  <a:srgbClr val="2B4150"/>
                </a:solidFill>
                <a:latin typeface="Arial"/>
                <a:ea typeface="Arial"/>
                <a:cs typeface="Arial"/>
                <a:sym typeface="Arial"/>
              </a:rPr>
              <a:t>Possible</a:t>
            </a:r>
            <a:endParaRPr sz="1750">
              <a:solidFill>
                <a:schemeClr val="dk1"/>
              </a:solidFill>
              <a:latin typeface="Trebuchet MS"/>
              <a:ea typeface="Trebuchet MS"/>
              <a:cs typeface="Trebuchet MS"/>
              <a:sym typeface="Trebuchet MS"/>
            </a:endParaRPr>
          </a:p>
        </p:txBody>
      </p:sp>
      <p:sp>
        <p:nvSpPr>
          <p:cNvPr id="275" name="Google Shape;275;p9"/>
          <p:cNvSpPr/>
          <p:nvPr/>
        </p:nvSpPr>
        <p:spPr>
          <a:xfrm>
            <a:off x="9156952" y="4419302"/>
            <a:ext cx="1453287" cy="477884"/>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2B4150"/>
              </a:buClr>
              <a:buSzPts val="1750"/>
              <a:buFont typeface="Arial"/>
              <a:buNone/>
            </a:pPr>
            <a:r>
              <a:rPr lang="en-US" sz="1750">
                <a:solidFill>
                  <a:srgbClr val="2B4150"/>
                </a:solidFill>
                <a:latin typeface="Arial"/>
                <a:ea typeface="Arial"/>
                <a:cs typeface="Arial"/>
                <a:sym typeface="Arial"/>
              </a:rPr>
              <a:t>Unsettled</a:t>
            </a:r>
            <a:endParaRPr sz="1750">
              <a:solidFill>
                <a:schemeClr val="dk1"/>
              </a:solidFill>
              <a:latin typeface="Trebuchet MS"/>
              <a:ea typeface="Trebuchet MS"/>
              <a:cs typeface="Trebuchet MS"/>
              <a:sym typeface="Trebuchet MS"/>
            </a:endParaRPr>
          </a:p>
        </p:txBody>
      </p:sp>
      <p:sp>
        <p:nvSpPr>
          <p:cNvPr id="276" name="Google Shape;276;p9"/>
          <p:cNvSpPr/>
          <p:nvPr/>
        </p:nvSpPr>
        <p:spPr>
          <a:xfrm>
            <a:off x="11173926" y="4339170"/>
            <a:ext cx="1018074" cy="477884"/>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2B4150"/>
              </a:buClr>
              <a:buSzPts val="1750"/>
              <a:buFont typeface="Arial"/>
              <a:buNone/>
            </a:pPr>
            <a:r>
              <a:rPr lang="en-US" sz="1750">
                <a:solidFill>
                  <a:srgbClr val="2B4150"/>
                </a:solidFill>
                <a:latin typeface="Arial"/>
                <a:ea typeface="Arial"/>
                <a:cs typeface="Arial"/>
                <a:sym typeface="Arial"/>
              </a:rPr>
              <a:t>Low</a:t>
            </a:r>
            <a:endParaRPr sz="1750">
              <a:solidFill>
                <a:schemeClr val="dk1"/>
              </a:solidFill>
              <a:latin typeface="Trebuchet MS"/>
              <a:ea typeface="Trebuchet MS"/>
              <a:cs typeface="Trebuchet MS"/>
              <a:sym typeface="Trebuchet MS"/>
            </a:endParaRPr>
          </a:p>
        </p:txBody>
      </p:sp>
      <p:sp>
        <p:nvSpPr>
          <p:cNvPr id="277" name="Google Shape;277;p9"/>
          <p:cNvSpPr/>
          <p:nvPr/>
        </p:nvSpPr>
        <p:spPr>
          <a:xfrm>
            <a:off x="92593" y="4898631"/>
            <a:ext cx="11890523" cy="1062332"/>
          </a:xfrm>
          <a:prstGeom prst="rect">
            <a:avLst/>
          </a:prstGeom>
          <a:solidFill>
            <a:srgbClr val="000000">
              <a:alpha val="392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9"/>
          <p:cNvSpPr/>
          <p:nvPr/>
        </p:nvSpPr>
        <p:spPr>
          <a:xfrm>
            <a:off x="348627" y="5023903"/>
            <a:ext cx="1018074" cy="477884"/>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2B4150"/>
              </a:buClr>
              <a:buSzPts val="1750"/>
              <a:buFont typeface="Arial"/>
              <a:buNone/>
            </a:pPr>
            <a:r>
              <a:rPr lang="en-US" sz="1750">
                <a:solidFill>
                  <a:srgbClr val="2B4150"/>
                </a:solidFill>
                <a:latin typeface="Arial"/>
                <a:ea typeface="Arial"/>
                <a:cs typeface="Arial"/>
                <a:sym typeface="Arial"/>
              </a:rPr>
              <a:t>DApp</a:t>
            </a:r>
            <a:endParaRPr sz="1750">
              <a:solidFill>
                <a:schemeClr val="dk1"/>
              </a:solidFill>
              <a:latin typeface="Trebuchet MS"/>
              <a:ea typeface="Trebuchet MS"/>
              <a:cs typeface="Trebuchet MS"/>
              <a:sym typeface="Trebuchet MS"/>
            </a:endParaRPr>
          </a:p>
        </p:txBody>
      </p:sp>
      <p:sp>
        <p:nvSpPr>
          <p:cNvPr id="279" name="Google Shape;279;p9"/>
          <p:cNvSpPr/>
          <p:nvPr/>
        </p:nvSpPr>
        <p:spPr>
          <a:xfrm>
            <a:off x="2214055" y="5023903"/>
            <a:ext cx="1015310" cy="477884"/>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2B4150"/>
              </a:buClr>
              <a:buSzPts val="1750"/>
              <a:buFont typeface="Arial"/>
              <a:buNone/>
            </a:pPr>
            <a:r>
              <a:rPr lang="en-US" sz="1750">
                <a:solidFill>
                  <a:srgbClr val="2B4150"/>
                </a:solidFill>
                <a:latin typeface="Arial"/>
                <a:ea typeface="Arial"/>
                <a:cs typeface="Arial"/>
                <a:sym typeface="Arial"/>
              </a:rPr>
              <a:t>Yes</a:t>
            </a:r>
            <a:endParaRPr sz="1750">
              <a:solidFill>
                <a:schemeClr val="dk1"/>
              </a:solidFill>
              <a:latin typeface="Trebuchet MS"/>
              <a:ea typeface="Trebuchet MS"/>
              <a:cs typeface="Trebuchet MS"/>
              <a:sym typeface="Trebuchet MS"/>
            </a:endParaRPr>
          </a:p>
        </p:txBody>
      </p:sp>
      <p:sp>
        <p:nvSpPr>
          <p:cNvPr id="280" name="Google Shape;280;p9"/>
          <p:cNvSpPr/>
          <p:nvPr/>
        </p:nvSpPr>
        <p:spPr>
          <a:xfrm>
            <a:off x="4075597" y="5023903"/>
            <a:ext cx="1015310" cy="477884"/>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2B4150"/>
              </a:buClr>
              <a:buSzPts val="1750"/>
              <a:buFont typeface="Arial"/>
              <a:buNone/>
            </a:pPr>
            <a:r>
              <a:rPr lang="en-US" sz="1750">
                <a:solidFill>
                  <a:srgbClr val="2B4150"/>
                </a:solidFill>
                <a:latin typeface="Arial"/>
                <a:ea typeface="Arial"/>
                <a:cs typeface="Arial"/>
                <a:sym typeface="Arial"/>
              </a:rPr>
              <a:t>Yes</a:t>
            </a:r>
            <a:endParaRPr sz="1750">
              <a:solidFill>
                <a:schemeClr val="dk1"/>
              </a:solidFill>
              <a:latin typeface="Trebuchet MS"/>
              <a:ea typeface="Trebuchet MS"/>
              <a:cs typeface="Trebuchet MS"/>
              <a:sym typeface="Trebuchet MS"/>
            </a:endParaRPr>
          </a:p>
        </p:txBody>
      </p:sp>
      <p:sp>
        <p:nvSpPr>
          <p:cNvPr id="281" name="Google Shape;281;p9"/>
          <p:cNvSpPr/>
          <p:nvPr/>
        </p:nvSpPr>
        <p:spPr>
          <a:xfrm>
            <a:off x="5937140" y="5023903"/>
            <a:ext cx="1015310" cy="477884"/>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2B4150"/>
              </a:buClr>
              <a:buSzPts val="1750"/>
              <a:buFont typeface="Arial"/>
              <a:buNone/>
            </a:pPr>
            <a:r>
              <a:rPr lang="en-US" sz="1750">
                <a:solidFill>
                  <a:srgbClr val="2B4150"/>
                </a:solidFill>
                <a:latin typeface="Arial"/>
                <a:ea typeface="Arial"/>
                <a:cs typeface="Arial"/>
                <a:sym typeface="Arial"/>
              </a:rPr>
              <a:t>Yes</a:t>
            </a:r>
            <a:endParaRPr sz="1750">
              <a:solidFill>
                <a:schemeClr val="dk1"/>
              </a:solidFill>
              <a:latin typeface="Trebuchet MS"/>
              <a:ea typeface="Trebuchet MS"/>
              <a:cs typeface="Trebuchet MS"/>
              <a:sym typeface="Trebuchet MS"/>
            </a:endParaRPr>
          </a:p>
        </p:txBody>
      </p:sp>
      <p:sp>
        <p:nvSpPr>
          <p:cNvPr id="282" name="Google Shape;282;p9"/>
          <p:cNvSpPr/>
          <p:nvPr/>
        </p:nvSpPr>
        <p:spPr>
          <a:xfrm>
            <a:off x="7635950" y="4956495"/>
            <a:ext cx="1170260" cy="681836"/>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2B4150"/>
              </a:buClr>
              <a:buSzPts val="1750"/>
              <a:buFont typeface="Arial"/>
              <a:buNone/>
            </a:pPr>
            <a:r>
              <a:rPr lang="en-US" sz="1750">
                <a:solidFill>
                  <a:srgbClr val="2B4150"/>
                </a:solidFill>
                <a:latin typeface="Arial"/>
                <a:ea typeface="Arial"/>
                <a:cs typeface="Arial"/>
                <a:sym typeface="Arial"/>
              </a:rPr>
              <a:t>Optional tokens</a:t>
            </a:r>
            <a:endParaRPr sz="1750">
              <a:solidFill>
                <a:schemeClr val="dk1"/>
              </a:solidFill>
              <a:latin typeface="Trebuchet MS"/>
              <a:ea typeface="Trebuchet MS"/>
              <a:cs typeface="Trebuchet MS"/>
              <a:sym typeface="Trebuchet MS"/>
            </a:endParaRPr>
          </a:p>
        </p:txBody>
      </p:sp>
      <p:sp>
        <p:nvSpPr>
          <p:cNvPr id="283" name="Google Shape;283;p9"/>
          <p:cNvSpPr/>
          <p:nvPr/>
        </p:nvSpPr>
        <p:spPr>
          <a:xfrm>
            <a:off x="9156952" y="5069622"/>
            <a:ext cx="1453287" cy="477884"/>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2B4150"/>
              </a:buClr>
              <a:buSzPts val="1750"/>
              <a:buFont typeface="Arial"/>
              <a:buNone/>
            </a:pPr>
            <a:r>
              <a:rPr lang="en-US" sz="1750">
                <a:solidFill>
                  <a:srgbClr val="2B4150"/>
                </a:solidFill>
                <a:latin typeface="Arial"/>
                <a:ea typeface="Arial"/>
                <a:cs typeface="Arial"/>
                <a:sym typeface="Arial"/>
              </a:rPr>
              <a:t>Unsettled</a:t>
            </a:r>
            <a:endParaRPr sz="1750">
              <a:solidFill>
                <a:schemeClr val="dk1"/>
              </a:solidFill>
              <a:latin typeface="Trebuchet MS"/>
              <a:ea typeface="Trebuchet MS"/>
              <a:cs typeface="Trebuchet MS"/>
              <a:sym typeface="Trebuchet MS"/>
            </a:endParaRPr>
          </a:p>
        </p:txBody>
      </p:sp>
      <p:sp>
        <p:nvSpPr>
          <p:cNvPr id="284" name="Google Shape;284;p9"/>
          <p:cNvSpPr/>
          <p:nvPr/>
        </p:nvSpPr>
        <p:spPr>
          <a:xfrm>
            <a:off x="10879668" y="4999778"/>
            <a:ext cx="1312332" cy="961185"/>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2B4150"/>
              </a:buClr>
              <a:buSzPts val="1750"/>
              <a:buFont typeface="Arial"/>
              <a:buNone/>
            </a:pPr>
            <a:r>
              <a:rPr lang="en-US" sz="1750">
                <a:solidFill>
                  <a:srgbClr val="2B4150"/>
                </a:solidFill>
                <a:latin typeface="Arial"/>
                <a:ea typeface="Arial"/>
                <a:cs typeface="Arial"/>
                <a:sym typeface="Arial"/>
              </a:rPr>
              <a:t>Use case dependent</a:t>
            </a:r>
            <a:endParaRPr sz="1750">
              <a:solidFill>
                <a:schemeClr val="dk1"/>
              </a:solidFill>
              <a:latin typeface="Trebuchet MS"/>
              <a:ea typeface="Trebuchet MS"/>
              <a:cs typeface="Trebuchet MS"/>
              <a:sym typeface="Trebuchet M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10"/>
          <p:cNvSpPr/>
          <p:nvPr/>
        </p:nvSpPr>
        <p:spPr>
          <a:xfrm>
            <a:off x="319228" y="433423"/>
            <a:ext cx="5670590" cy="708779"/>
          </a:xfrm>
          <a:prstGeom prst="rect">
            <a:avLst/>
          </a:prstGeom>
          <a:noFill/>
          <a:ln>
            <a:noFill/>
          </a:ln>
        </p:spPr>
        <p:txBody>
          <a:bodyPr spcFirstLastPara="1" wrap="square" lIns="0" tIns="0" rIns="0" bIns="0" anchor="t" anchorCtr="0">
            <a:noAutofit/>
          </a:bodyPr>
          <a:lstStyle/>
          <a:p>
            <a:pPr marL="0" marR="0" lvl="0" indent="0" algn="l" rtl="0">
              <a:lnSpc>
                <a:spcPct val="124719"/>
              </a:lnSpc>
              <a:spcBef>
                <a:spcPts val="0"/>
              </a:spcBef>
              <a:spcAft>
                <a:spcPts val="0"/>
              </a:spcAft>
              <a:buClr>
                <a:srgbClr val="124E73"/>
              </a:buClr>
              <a:buSzPts val="4450"/>
              <a:buFont typeface="MuseoModerno Medium"/>
              <a:buNone/>
            </a:pPr>
            <a:r>
              <a:rPr lang="en-US" sz="4450" u="sng">
                <a:solidFill>
                  <a:srgbClr val="124E73"/>
                </a:solidFill>
                <a:latin typeface="MuseoModerno Medium"/>
                <a:ea typeface="MuseoModerno Medium"/>
                <a:cs typeface="MuseoModerno Medium"/>
                <a:sym typeface="MuseoModerno Medium"/>
              </a:rPr>
              <a:t>DApp Examples</a:t>
            </a:r>
            <a:endParaRPr sz="4450" u="sng">
              <a:solidFill>
                <a:schemeClr val="dk1"/>
              </a:solidFill>
              <a:latin typeface="Trebuchet MS"/>
              <a:ea typeface="Trebuchet MS"/>
              <a:cs typeface="Trebuchet MS"/>
              <a:sym typeface="Trebuchet MS"/>
            </a:endParaRPr>
          </a:p>
        </p:txBody>
      </p:sp>
      <p:sp>
        <p:nvSpPr>
          <p:cNvPr id="290" name="Google Shape;290;p10"/>
          <p:cNvSpPr/>
          <p:nvPr/>
        </p:nvSpPr>
        <p:spPr>
          <a:xfrm>
            <a:off x="319228" y="1595830"/>
            <a:ext cx="2173724" cy="1306949"/>
          </a:xfrm>
          <a:prstGeom prst="roundRect">
            <a:avLst>
              <a:gd name="adj" fmla="val 2603"/>
            </a:avLst>
          </a:prstGeom>
          <a:solidFill>
            <a:srgbClr val="F3EE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91" name="Google Shape;291;p10" descr="preencoded.png"/>
          <p:cNvPicPr preferRelativeResize="0"/>
          <p:nvPr/>
        </p:nvPicPr>
        <p:blipFill rotWithShape="1">
          <a:blip r:embed="rId3">
            <a:alphaModFix/>
          </a:blip>
          <a:srcRect/>
          <a:stretch/>
        </p:blipFill>
        <p:spPr>
          <a:xfrm>
            <a:off x="1246605" y="2049935"/>
            <a:ext cx="318968" cy="398621"/>
          </a:xfrm>
          <a:prstGeom prst="rect">
            <a:avLst/>
          </a:prstGeom>
          <a:noFill/>
          <a:ln>
            <a:noFill/>
          </a:ln>
        </p:spPr>
      </p:pic>
      <p:sp>
        <p:nvSpPr>
          <p:cNvPr id="292" name="Google Shape;292;p10"/>
          <p:cNvSpPr/>
          <p:nvPr/>
        </p:nvSpPr>
        <p:spPr>
          <a:xfrm>
            <a:off x="2719766" y="1500223"/>
            <a:ext cx="2835235" cy="354330"/>
          </a:xfrm>
          <a:prstGeom prst="rect">
            <a:avLst/>
          </a:prstGeom>
          <a:noFill/>
          <a:ln>
            <a:noFill/>
          </a:ln>
        </p:spPr>
        <p:txBody>
          <a:bodyPr spcFirstLastPara="1" wrap="square" lIns="0" tIns="0" rIns="0" bIns="0" anchor="t" anchorCtr="0">
            <a:noAutofit/>
          </a:bodyPr>
          <a:lstStyle/>
          <a:p>
            <a:pPr marL="0" marR="0" lvl="0" indent="0" algn="l" rtl="0">
              <a:lnSpc>
                <a:spcPct val="114583"/>
              </a:lnSpc>
              <a:spcBef>
                <a:spcPts val="0"/>
              </a:spcBef>
              <a:spcAft>
                <a:spcPts val="0"/>
              </a:spcAft>
              <a:buClr>
                <a:srgbClr val="2B4150"/>
              </a:buClr>
              <a:buSzPts val="2400"/>
              <a:buFont typeface="MuseoModerno Medium"/>
              <a:buNone/>
            </a:pPr>
            <a:r>
              <a:rPr lang="en-US" sz="2400" u="sng">
                <a:solidFill>
                  <a:srgbClr val="2B4150"/>
                </a:solidFill>
                <a:latin typeface="MuseoModerno Medium"/>
                <a:ea typeface="MuseoModerno Medium"/>
                <a:cs typeface="MuseoModerno Medium"/>
                <a:sym typeface="MuseoModerno Medium"/>
              </a:rPr>
              <a:t>Discover DApps</a:t>
            </a:r>
            <a:endParaRPr sz="2400" u="sng">
              <a:solidFill>
                <a:schemeClr val="dk1"/>
              </a:solidFill>
              <a:latin typeface="Trebuchet MS"/>
              <a:ea typeface="Trebuchet MS"/>
              <a:cs typeface="Trebuchet MS"/>
              <a:sym typeface="Trebuchet MS"/>
            </a:endParaRPr>
          </a:p>
        </p:txBody>
      </p:sp>
      <p:sp>
        <p:nvSpPr>
          <p:cNvPr id="293" name="Google Shape;293;p10"/>
          <p:cNvSpPr/>
          <p:nvPr/>
        </p:nvSpPr>
        <p:spPr>
          <a:xfrm>
            <a:off x="2719765" y="1912179"/>
            <a:ext cx="7847921" cy="862012"/>
          </a:xfrm>
          <a:prstGeom prst="rect">
            <a:avLst/>
          </a:prstGeom>
          <a:noFill/>
          <a:ln>
            <a:noFill/>
          </a:ln>
        </p:spPr>
        <p:txBody>
          <a:bodyPr spcFirstLastPara="1" wrap="square" lIns="0" tIns="0" rIns="0" bIns="0" anchor="t" anchorCtr="0">
            <a:noAutofit/>
          </a:bodyPr>
          <a:lstStyle/>
          <a:p>
            <a:pPr marL="0" marR="0" lvl="0" indent="0" algn="l" rtl="0">
              <a:lnSpc>
                <a:spcPct val="142500"/>
              </a:lnSpc>
              <a:spcBef>
                <a:spcPts val="0"/>
              </a:spcBef>
              <a:spcAft>
                <a:spcPts val="0"/>
              </a:spcAft>
              <a:buClr>
                <a:srgbClr val="2B4150"/>
              </a:buClr>
              <a:buSzPts val="2000"/>
              <a:buFont typeface="Arial"/>
              <a:buNone/>
            </a:pPr>
            <a:r>
              <a:rPr lang="en-US" sz="2000">
                <a:solidFill>
                  <a:srgbClr val="2B4150"/>
                </a:solidFill>
                <a:latin typeface="Arial"/>
                <a:ea typeface="Arial"/>
                <a:cs typeface="Arial"/>
                <a:sym typeface="Arial"/>
              </a:rPr>
              <a:t>Having covered the main concepts of DApps, it will be useful to explore</a:t>
            </a:r>
            <a:r>
              <a:rPr lang="en-US" sz="2000">
                <a:solidFill>
                  <a:srgbClr val="2B4150"/>
                </a:solidFill>
              </a:rPr>
              <a:t> </a:t>
            </a:r>
            <a:r>
              <a:rPr lang="en-US" sz="2000">
                <a:solidFill>
                  <a:srgbClr val="2B4150"/>
                </a:solidFill>
                <a:latin typeface="Arial"/>
                <a:ea typeface="Arial"/>
                <a:cs typeface="Arial"/>
                <a:sym typeface="Arial"/>
              </a:rPr>
              <a:t>some specific examples.</a:t>
            </a:r>
            <a:endParaRPr sz="2000">
              <a:solidFill>
                <a:schemeClr val="dk1"/>
              </a:solidFill>
              <a:latin typeface="Trebuchet MS"/>
              <a:ea typeface="Trebuchet MS"/>
              <a:cs typeface="Trebuchet MS"/>
              <a:sym typeface="Trebuchet MS"/>
            </a:endParaRPr>
          </a:p>
        </p:txBody>
      </p:sp>
      <p:sp>
        <p:nvSpPr>
          <p:cNvPr id="294" name="Google Shape;294;p10"/>
          <p:cNvSpPr/>
          <p:nvPr/>
        </p:nvSpPr>
        <p:spPr>
          <a:xfrm>
            <a:off x="319228" y="3016127"/>
            <a:ext cx="4347567" cy="1306949"/>
          </a:xfrm>
          <a:prstGeom prst="roundRect">
            <a:avLst>
              <a:gd name="adj" fmla="val 2603"/>
            </a:avLst>
          </a:prstGeom>
          <a:solidFill>
            <a:srgbClr val="F3EE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95" name="Google Shape;295;p10" descr="preencoded.png"/>
          <p:cNvPicPr preferRelativeResize="0"/>
          <p:nvPr/>
        </p:nvPicPr>
        <p:blipFill rotWithShape="1">
          <a:blip r:embed="rId4">
            <a:alphaModFix/>
          </a:blip>
          <a:srcRect/>
          <a:stretch/>
        </p:blipFill>
        <p:spPr>
          <a:xfrm>
            <a:off x="2333527" y="3470231"/>
            <a:ext cx="318968" cy="398621"/>
          </a:xfrm>
          <a:prstGeom prst="rect">
            <a:avLst/>
          </a:prstGeom>
          <a:noFill/>
          <a:ln>
            <a:noFill/>
          </a:ln>
        </p:spPr>
      </p:pic>
      <p:sp>
        <p:nvSpPr>
          <p:cNvPr id="296" name="Google Shape;296;p10"/>
          <p:cNvSpPr/>
          <p:nvPr/>
        </p:nvSpPr>
        <p:spPr>
          <a:xfrm>
            <a:off x="4893592" y="3242950"/>
            <a:ext cx="7547100" cy="354300"/>
          </a:xfrm>
          <a:prstGeom prst="rect">
            <a:avLst/>
          </a:prstGeom>
          <a:noFill/>
          <a:ln>
            <a:noFill/>
          </a:ln>
        </p:spPr>
        <p:txBody>
          <a:bodyPr spcFirstLastPara="1" wrap="square" lIns="0" tIns="0" rIns="0" bIns="0" anchor="t" anchorCtr="0">
            <a:noAutofit/>
          </a:bodyPr>
          <a:lstStyle/>
          <a:p>
            <a:pPr marL="0" marR="0" lvl="0" indent="0" algn="l" rtl="0">
              <a:lnSpc>
                <a:spcPct val="114583"/>
              </a:lnSpc>
              <a:spcBef>
                <a:spcPts val="0"/>
              </a:spcBef>
              <a:spcAft>
                <a:spcPts val="0"/>
              </a:spcAft>
              <a:buClr>
                <a:srgbClr val="2B4150"/>
              </a:buClr>
              <a:buSzPts val="2400"/>
              <a:buFont typeface="MuseoModerno Medium"/>
              <a:buNone/>
            </a:pPr>
            <a:r>
              <a:rPr lang="en-US" sz="2400" u="sng">
                <a:solidFill>
                  <a:srgbClr val="2B4150"/>
                </a:solidFill>
                <a:latin typeface="MuseoModerno Medium"/>
                <a:ea typeface="MuseoModerno Medium"/>
                <a:cs typeface="MuseoModerno Medium"/>
                <a:sym typeface="MuseoModerno Medium"/>
              </a:rPr>
              <a:t>Learn From Real Applications</a:t>
            </a:r>
            <a:endParaRPr sz="2400" u="sng">
              <a:solidFill>
                <a:schemeClr val="dk1"/>
              </a:solidFill>
              <a:latin typeface="Trebuchet MS"/>
              <a:ea typeface="Trebuchet MS"/>
              <a:cs typeface="Trebuchet MS"/>
              <a:sym typeface="Trebuchet MS"/>
            </a:endParaRPr>
          </a:p>
        </p:txBody>
      </p:sp>
      <p:sp>
        <p:nvSpPr>
          <p:cNvPr id="297" name="Google Shape;297;p10"/>
          <p:cNvSpPr/>
          <p:nvPr/>
        </p:nvSpPr>
        <p:spPr>
          <a:xfrm>
            <a:off x="4893609" y="3733359"/>
            <a:ext cx="5365959" cy="362903"/>
          </a:xfrm>
          <a:prstGeom prst="rect">
            <a:avLst/>
          </a:prstGeom>
          <a:noFill/>
          <a:ln>
            <a:noFill/>
          </a:ln>
        </p:spPr>
        <p:txBody>
          <a:bodyPr spcFirstLastPara="1" wrap="square" lIns="0" tIns="0" rIns="0" bIns="0" anchor="t" anchorCtr="0">
            <a:noAutofit/>
          </a:bodyPr>
          <a:lstStyle/>
          <a:p>
            <a:pPr marL="0" marR="0" lvl="0" indent="0" algn="l" rtl="0">
              <a:lnSpc>
                <a:spcPct val="142500"/>
              </a:lnSpc>
              <a:spcBef>
                <a:spcPts val="0"/>
              </a:spcBef>
              <a:spcAft>
                <a:spcPts val="0"/>
              </a:spcAft>
              <a:buClr>
                <a:srgbClr val="2B4150"/>
              </a:buClr>
              <a:buSzPts val="2000"/>
              <a:buFont typeface="Arial"/>
              <a:buNone/>
            </a:pPr>
            <a:r>
              <a:rPr lang="en-US" sz="2000" dirty="0">
                <a:solidFill>
                  <a:srgbClr val="2B4150"/>
                </a:solidFill>
                <a:latin typeface="Arial"/>
                <a:ea typeface="Arial"/>
                <a:cs typeface="Arial"/>
                <a:sym typeface="Arial"/>
              </a:rPr>
              <a:t>Examples of some </a:t>
            </a:r>
            <a:r>
              <a:rPr lang="en-US" sz="2000" dirty="0" err="1">
                <a:solidFill>
                  <a:srgbClr val="2B4150"/>
                </a:solidFill>
                <a:latin typeface="Arial"/>
                <a:ea typeface="Arial"/>
                <a:cs typeface="Arial"/>
                <a:sym typeface="Arial"/>
              </a:rPr>
              <a:t>DApps</a:t>
            </a:r>
            <a:r>
              <a:rPr lang="en-US" sz="2000" dirty="0">
                <a:solidFill>
                  <a:srgbClr val="2B4150"/>
                </a:solidFill>
                <a:latin typeface="Arial"/>
                <a:ea typeface="Arial"/>
                <a:cs typeface="Arial"/>
                <a:sym typeface="Arial"/>
              </a:rPr>
              <a:t> are provided here.</a:t>
            </a:r>
            <a:endParaRPr sz="2000" dirty="0">
              <a:solidFill>
                <a:schemeClr val="dk1"/>
              </a:solidFill>
              <a:latin typeface="Trebuchet MS"/>
              <a:ea typeface="Trebuchet MS"/>
              <a:cs typeface="Trebuchet MS"/>
              <a:sym typeface="Trebuchet MS"/>
            </a:endParaRPr>
          </a:p>
        </p:txBody>
      </p:sp>
      <p:sp>
        <p:nvSpPr>
          <p:cNvPr id="298" name="Google Shape;298;p10"/>
          <p:cNvSpPr/>
          <p:nvPr/>
        </p:nvSpPr>
        <p:spPr>
          <a:xfrm>
            <a:off x="319228" y="4436423"/>
            <a:ext cx="5776772" cy="1628711"/>
          </a:xfrm>
          <a:prstGeom prst="roundRect">
            <a:avLst>
              <a:gd name="adj" fmla="val 2038"/>
            </a:avLst>
          </a:prstGeom>
          <a:solidFill>
            <a:srgbClr val="F3EE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99" name="Google Shape;299;p10" descr="preencoded.png"/>
          <p:cNvPicPr preferRelativeResize="0"/>
          <p:nvPr/>
        </p:nvPicPr>
        <p:blipFill rotWithShape="1">
          <a:blip r:embed="rId5">
            <a:alphaModFix/>
          </a:blip>
          <a:srcRect/>
          <a:stretch/>
        </p:blipFill>
        <p:spPr>
          <a:xfrm>
            <a:off x="2995039" y="4966609"/>
            <a:ext cx="318968" cy="398621"/>
          </a:xfrm>
          <a:prstGeom prst="rect">
            <a:avLst/>
          </a:prstGeom>
          <a:noFill/>
          <a:ln>
            <a:noFill/>
          </a:ln>
        </p:spPr>
      </p:pic>
      <p:sp>
        <p:nvSpPr>
          <p:cNvPr id="300" name="Google Shape;300;p10"/>
          <p:cNvSpPr/>
          <p:nvPr/>
        </p:nvSpPr>
        <p:spPr>
          <a:xfrm>
            <a:off x="6372979" y="4511900"/>
            <a:ext cx="8030100" cy="354300"/>
          </a:xfrm>
          <a:prstGeom prst="rect">
            <a:avLst/>
          </a:prstGeom>
          <a:noFill/>
          <a:ln>
            <a:noFill/>
          </a:ln>
        </p:spPr>
        <p:txBody>
          <a:bodyPr spcFirstLastPara="1" wrap="square" lIns="0" tIns="0" rIns="0" bIns="0" anchor="t" anchorCtr="0">
            <a:noAutofit/>
          </a:bodyPr>
          <a:lstStyle/>
          <a:p>
            <a:pPr marL="0" marR="0" lvl="0" indent="0" algn="l" rtl="0">
              <a:lnSpc>
                <a:spcPct val="114583"/>
              </a:lnSpc>
              <a:spcBef>
                <a:spcPts val="0"/>
              </a:spcBef>
              <a:spcAft>
                <a:spcPts val="0"/>
              </a:spcAft>
              <a:buClr>
                <a:srgbClr val="2B4150"/>
              </a:buClr>
              <a:buSzPts val="2400"/>
              <a:buFont typeface="MuseoModerno Medium"/>
              <a:buNone/>
            </a:pPr>
            <a:r>
              <a:rPr lang="en-US" sz="2400" u="sng">
                <a:solidFill>
                  <a:srgbClr val="2B4150"/>
                </a:solidFill>
                <a:latin typeface="MuseoModerno Medium"/>
                <a:ea typeface="MuseoModerno Medium"/>
                <a:cs typeface="MuseoModerno Medium"/>
                <a:sym typeface="MuseoModerno Medium"/>
              </a:rPr>
              <a:t>Understand Implementation</a:t>
            </a:r>
            <a:endParaRPr sz="2400" u="sng">
              <a:solidFill>
                <a:schemeClr val="dk1"/>
              </a:solidFill>
              <a:latin typeface="Trebuchet MS"/>
              <a:ea typeface="Trebuchet MS"/>
              <a:cs typeface="Trebuchet MS"/>
              <a:sym typeface="Trebuchet MS"/>
            </a:endParaRPr>
          </a:p>
        </p:txBody>
      </p:sp>
      <p:sp>
        <p:nvSpPr>
          <p:cNvPr id="301" name="Google Shape;301;p10"/>
          <p:cNvSpPr/>
          <p:nvPr/>
        </p:nvSpPr>
        <p:spPr>
          <a:xfrm>
            <a:off x="6372971" y="5002328"/>
            <a:ext cx="6067782" cy="725805"/>
          </a:xfrm>
          <a:prstGeom prst="rect">
            <a:avLst/>
          </a:prstGeom>
          <a:noFill/>
          <a:ln>
            <a:noFill/>
          </a:ln>
        </p:spPr>
        <p:txBody>
          <a:bodyPr spcFirstLastPara="1" wrap="square" lIns="0" tIns="0" rIns="0" bIns="0" anchor="t" anchorCtr="0">
            <a:noAutofit/>
          </a:bodyPr>
          <a:lstStyle/>
          <a:p>
            <a:pPr marL="0" marR="0" lvl="0" indent="0" algn="l" rtl="0">
              <a:lnSpc>
                <a:spcPct val="142500"/>
              </a:lnSpc>
              <a:spcBef>
                <a:spcPts val="0"/>
              </a:spcBef>
              <a:spcAft>
                <a:spcPts val="0"/>
              </a:spcAft>
              <a:buClr>
                <a:srgbClr val="2B4150"/>
              </a:buClr>
              <a:buSzPts val="2000"/>
              <a:buFont typeface="Arial"/>
              <a:buNone/>
            </a:pPr>
            <a:r>
              <a:rPr lang="en-US" sz="2000">
                <a:solidFill>
                  <a:srgbClr val="2B4150"/>
                </a:solidFill>
                <a:latin typeface="Arial"/>
                <a:ea typeface="Arial"/>
                <a:cs typeface="Arial"/>
                <a:sym typeface="Arial"/>
              </a:rPr>
              <a:t>Each example demonstrates different use cases for decentralized applications.</a:t>
            </a:r>
            <a:endParaRPr sz="2000">
              <a:solidFill>
                <a:schemeClr val="dk1"/>
              </a:solidFill>
              <a:latin typeface="Trebuchet MS"/>
              <a:ea typeface="Trebuchet MS"/>
              <a:cs typeface="Trebuchet MS"/>
              <a:sym typeface="Trebuchet M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11"/>
          <p:cNvSpPr/>
          <p:nvPr/>
        </p:nvSpPr>
        <p:spPr>
          <a:xfrm>
            <a:off x="504423" y="380304"/>
            <a:ext cx="12281892" cy="708779"/>
          </a:xfrm>
          <a:prstGeom prst="rect">
            <a:avLst/>
          </a:prstGeom>
          <a:noFill/>
          <a:ln>
            <a:noFill/>
          </a:ln>
        </p:spPr>
        <p:txBody>
          <a:bodyPr spcFirstLastPara="1" wrap="square" lIns="0" tIns="0" rIns="0" bIns="0" anchor="t" anchorCtr="0">
            <a:noAutofit/>
          </a:bodyPr>
          <a:lstStyle/>
          <a:p>
            <a:pPr marL="0" marR="0" lvl="0" indent="0" algn="l" rtl="0">
              <a:lnSpc>
                <a:spcPct val="154166"/>
              </a:lnSpc>
              <a:spcBef>
                <a:spcPts val="0"/>
              </a:spcBef>
              <a:spcAft>
                <a:spcPts val="0"/>
              </a:spcAft>
              <a:buClr>
                <a:srgbClr val="124E73"/>
              </a:buClr>
              <a:buSzPts val="3600"/>
              <a:buFont typeface="MuseoModerno Medium"/>
              <a:buNone/>
            </a:pPr>
            <a:r>
              <a:rPr lang="en-US" sz="3600" u="sng">
                <a:solidFill>
                  <a:srgbClr val="124E73"/>
                </a:solidFill>
                <a:latin typeface="MuseoModerno Medium"/>
                <a:ea typeface="MuseoModerno Medium"/>
                <a:cs typeface="MuseoModerno Medium"/>
                <a:sym typeface="MuseoModerno Medium"/>
              </a:rPr>
              <a:t>DApp Examples: KYC-Chain and OpenBazaar</a:t>
            </a:r>
            <a:endParaRPr sz="3600" u="sng">
              <a:solidFill>
                <a:schemeClr val="dk1"/>
              </a:solidFill>
              <a:latin typeface="Trebuchet MS"/>
              <a:ea typeface="Trebuchet MS"/>
              <a:cs typeface="Trebuchet MS"/>
              <a:sym typeface="Trebuchet MS"/>
            </a:endParaRPr>
          </a:p>
        </p:txBody>
      </p:sp>
      <p:sp>
        <p:nvSpPr>
          <p:cNvPr id="307" name="Google Shape;307;p11"/>
          <p:cNvSpPr/>
          <p:nvPr/>
        </p:nvSpPr>
        <p:spPr>
          <a:xfrm>
            <a:off x="657302" y="1785500"/>
            <a:ext cx="2506696" cy="353212"/>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2B4150"/>
              </a:buClr>
              <a:buSzPts val="2200"/>
              <a:buFont typeface="MuseoModerno Medium"/>
              <a:buNone/>
            </a:pPr>
            <a:r>
              <a:rPr lang="en-US" sz="2200">
                <a:solidFill>
                  <a:srgbClr val="2B4150"/>
                </a:solidFill>
                <a:latin typeface="MuseoModerno Medium"/>
                <a:ea typeface="MuseoModerno Medium"/>
                <a:cs typeface="MuseoModerno Medium"/>
                <a:sym typeface="MuseoModerno Medium"/>
              </a:rPr>
              <a:t>KYC-Chain</a:t>
            </a:r>
            <a:endParaRPr sz="2200">
              <a:solidFill>
                <a:schemeClr val="dk1"/>
              </a:solidFill>
              <a:latin typeface="Trebuchet MS"/>
              <a:ea typeface="Trebuchet MS"/>
              <a:cs typeface="Trebuchet MS"/>
              <a:sym typeface="Trebuchet MS"/>
            </a:endParaRPr>
          </a:p>
        </p:txBody>
      </p:sp>
      <p:sp>
        <p:nvSpPr>
          <p:cNvPr id="308" name="Google Shape;308;p11"/>
          <p:cNvSpPr/>
          <p:nvPr/>
        </p:nvSpPr>
        <p:spPr>
          <a:xfrm>
            <a:off x="504423" y="2391666"/>
            <a:ext cx="4484266" cy="1530584"/>
          </a:xfrm>
          <a:prstGeom prst="rect">
            <a:avLst/>
          </a:prstGeom>
          <a:noFill/>
          <a:ln>
            <a:noFill/>
          </a:ln>
        </p:spPr>
        <p:txBody>
          <a:bodyPr spcFirstLastPara="1" wrap="square" lIns="0" tIns="0" rIns="0" bIns="0" anchor="t" anchorCtr="0">
            <a:noAutofit/>
          </a:bodyPr>
          <a:lstStyle/>
          <a:p>
            <a:pPr marL="0" marR="0" lvl="0" indent="0" algn="l" rtl="0">
              <a:lnSpc>
                <a:spcPct val="142500"/>
              </a:lnSpc>
              <a:spcBef>
                <a:spcPts val="0"/>
              </a:spcBef>
              <a:spcAft>
                <a:spcPts val="0"/>
              </a:spcAft>
              <a:buClr>
                <a:srgbClr val="2B4150"/>
              </a:buClr>
              <a:buSzPts val="2000"/>
              <a:buFont typeface="Arial"/>
              <a:buNone/>
            </a:pPr>
            <a:r>
              <a:rPr lang="en-US" sz="2000">
                <a:solidFill>
                  <a:srgbClr val="2B4150"/>
                </a:solidFill>
                <a:latin typeface="Arial"/>
                <a:ea typeface="Arial"/>
                <a:cs typeface="Arial"/>
                <a:sym typeface="Arial"/>
              </a:rPr>
              <a:t>This application provides the facility to manage </a:t>
            </a:r>
            <a:r>
              <a:rPr lang="en-US" sz="2000" b="1">
                <a:solidFill>
                  <a:srgbClr val="2B4150"/>
                </a:solidFill>
                <a:latin typeface="Arial"/>
                <a:ea typeface="Arial"/>
                <a:cs typeface="Arial"/>
                <a:sym typeface="Arial"/>
              </a:rPr>
              <a:t>Know Your Customer</a:t>
            </a:r>
            <a:r>
              <a:rPr lang="en-US" sz="2000">
                <a:solidFill>
                  <a:srgbClr val="2B4150"/>
                </a:solidFill>
                <a:latin typeface="Arial"/>
                <a:ea typeface="Arial"/>
                <a:cs typeface="Arial"/>
                <a:sym typeface="Arial"/>
              </a:rPr>
              <a:t> (</a:t>
            </a:r>
            <a:r>
              <a:rPr lang="en-US" sz="2000" b="1">
                <a:solidFill>
                  <a:srgbClr val="2B4150"/>
                </a:solidFill>
                <a:latin typeface="Arial"/>
                <a:ea typeface="Arial"/>
                <a:cs typeface="Arial"/>
                <a:sym typeface="Arial"/>
              </a:rPr>
              <a:t>KYC</a:t>
            </a:r>
            <a:r>
              <a:rPr lang="en-US" sz="2000">
                <a:solidFill>
                  <a:srgbClr val="2B4150"/>
                </a:solidFill>
                <a:latin typeface="Arial"/>
                <a:ea typeface="Arial"/>
                <a:cs typeface="Arial"/>
                <a:sym typeface="Arial"/>
              </a:rPr>
              <a:t>) data securely and conveniently based on smart contracts.</a:t>
            </a:r>
            <a:endParaRPr sz="2000">
              <a:solidFill>
                <a:schemeClr val="dk1"/>
              </a:solidFill>
              <a:latin typeface="Trebuchet MS"/>
              <a:ea typeface="Trebuchet MS"/>
              <a:cs typeface="Trebuchet MS"/>
              <a:sym typeface="Trebuchet MS"/>
            </a:endParaRPr>
          </a:p>
        </p:txBody>
      </p:sp>
      <p:sp>
        <p:nvSpPr>
          <p:cNvPr id="309" name="Google Shape;309;p11"/>
          <p:cNvSpPr/>
          <p:nvPr/>
        </p:nvSpPr>
        <p:spPr>
          <a:xfrm>
            <a:off x="6197071" y="1785500"/>
            <a:ext cx="2269699" cy="353212"/>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2B4150"/>
              </a:buClr>
              <a:buSzPts val="2200"/>
              <a:buFont typeface="MuseoModerno Medium"/>
              <a:buNone/>
            </a:pPr>
            <a:r>
              <a:rPr lang="en-US" sz="2200">
                <a:solidFill>
                  <a:srgbClr val="2B4150"/>
                </a:solidFill>
                <a:latin typeface="MuseoModerno Medium"/>
                <a:ea typeface="MuseoModerno Medium"/>
                <a:cs typeface="MuseoModerno Medium"/>
                <a:sym typeface="MuseoModerno Medium"/>
              </a:rPr>
              <a:t>OpenBazaar</a:t>
            </a:r>
            <a:endParaRPr sz="2200">
              <a:solidFill>
                <a:schemeClr val="dk1"/>
              </a:solidFill>
              <a:latin typeface="Trebuchet MS"/>
              <a:ea typeface="Trebuchet MS"/>
              <a:cs typeface="Trebuchet MS"/>
              <a:sym typeface="Trebuchet MS"/>
            </a:endParaRPr>
          </a:p>
        </p:txBody>
      </p:sp>
      <p:sp>
        <p:nvSpPr>
          <p:cNvPr id="310" name="Google Shape;310;p11"/>
          <p:cNvSpPr/>
          <p:nvPr/>
        </p:nvSpPr>
        <p:spPr>
          <a:xfrm>
            <a:off x="5393803" y="2275919"/>
            <a:ext cx="5937812" cy="3372527"/>
          </a:xfrm>
          <a:prstGeom prst="rect">
            <a:avLst/>
          </a:prstGeom>
          <a:noFill/>
          <a:ln>
            <a:noFill/>
          </a:ln>
        </p:spPr>
        <p:txBody>
          <a:bodyPr spcFirstLastPara="1" wrap="square" lIns="0" tIns="0" rIns="0" bIns="0" anchor="t" anchorCtr="0">
            <a:noAutofit/>
          </a:bodyPr>
          <a:lstStyle/>
          <a:p>
            <a:pPr marL="0" marR="0" lvl="0" indent="0" algn="l" rtl="0">
              <a:lnSpc>
                <a:spcPct val="142500"/>
              </a:lnSpc>
              <a:spcBef>
                <a:spcPts val="0"/>
              </a:spcBef>
              <a:spcAft>
                <a:spcPts val="0"/>
              </a:spcAft>
              <a:buClr>
                <a:srgbClr val="2B4150"/>
              </a:buClr>
              <a:buSzPts val="2000"/>
              <a:buFont typeface="Arial"/>
              <a:buNone/>
            </a:pPr>
            <a:r>
              <a:rPr lang="en-US" sz="2000">
                <a:solidFill>
                  <a:srgbClr val="2B4150"/>
                </a:solidFill>
                <a:latin typeface="Arial"/>
                <a:ea typeface="Arial"/>
                <a:cs typeface="Arial"/>
                <a:sym typeface="Arial"/>
              </a:rPr>
              <a:t>This is a decentralized peer-to-peer network that enables commercial activities directly between sellers and buyers instead of relying on a central party, such as eBay or Amazon. It should be noted that this system is not built on top of a blockchain; instead, distributed hash tables are used in a peer-to-peer network to enable direct communication and data sharing among peers.</a:t>
            </a:r>
            <a:endParaRPr sz="2000">
              <a:solidFill>
                <a:schemeClr val="dk1"/>
              </a:solidFill>
              <a:latin typeface="Trebuchet MS"/>
              <a:ea typeface="Trebuchet MS"/>
              <a:cs typeface="Trebuchet MS"/>
              <a:sym typeface="Trebuchet M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12"/>
          <p:cNvSpPr/>
          <p:nvPr/>
        </p:nvSpPr>
        <p:spPr>
          <a:xfrm>
            <a:off x="330798" y="515925"/>
            <a:ext cx="9449100" cy="795600"/>
          </a:xfrm>
          <a:prstGeom prst="rect">
            <a:avLst/>
          </a:prstGeom>
          <a:noFill/>
          <a:ln>
            <a:noFill/>
          </a:ln>
        </p:spPr>
        <p:txBody>
          <a:bodyPr spcFirstLastPara="1" wrap="square" lIns="0" tIns="0" rIns="0" bIns="0" anchor="t" anchorCtr="0">
            <a:noAutofit/>
          </a:bodyPr>
          <a:lstStyle/>
          <a:p>
            <a:pPr marL="0" marR="0" lvl="0" indent="0" algn="l" rtl="0">
              <a:lnSpc>
                <a:spcPct val="124719"/>
              </a:lnSpc>
              <a:spcBef>
                <a:spcPts val="0"/>
              </a:spcBef>
              <a:spcAft>
                <a:spcPts val="0"/>
              </a:spcAft>
              <a:buClr>
                <a:srgbClr val="124E73"/>
              </a:buClr>
              <a:buSzPts val="4450"/>
              <a:buFont typeface="MuseoModerno Medium"/>
              <a:buNone/>
            </a:pPr>
            <a:r>
              <a:rPr lang="en-US" sz="4450" u="sng">
                <a:solidFill>
                  <a:srgbClr val="124E73"/>
                </a:solidFill>
                <a:latin typeface="MuseoModerno Medium"/>
                <a:ea typeface="MuseoModerno Medium"/>
                <a:cs typeface="MuseoModerno Medium"/>
                <a:sym typeface="MuseoModerno Medium"/>
              </a:rPr>
              <a:t>DApp Example: Lazooz</a:t>
            </a:r>
            <a:endParaRPr sz="4450" u="sng">
              <a:solidFill>
                <a:schemeClr val="dk1"/>
              </a:solidFill>
              <a:latin typeface="Trebuchet MS"/>
              <a:ea typeface="Trebuchet MS"/>
              <a:cs typeface="Trebuchet MS"/>
              <a:sym typeface="Trebuchet MS"/>
            </a:endParaRPr>
          </a:p>
        </p:txBody>
      </p:sp>
      <p:sp>
        <p:nvSpPr>
          <p:cNvPr id="316" name="Google Shape;316;p12"/>
          <p:cNvSpPr/>
          <p:nvPr/>
        </p:nvSpPr>
        <p:spPr>
          <a:xfrm>
            <a:off x="330801" y="1608225"/>
            <a:ext cx="6809400" cy="397500"/>
          </a:xfrm>
          <a:prstGeom prst="rect">
            <a:avLst/>
          </a:prstGeom>
          <a:noFill/>
          <a:ln>
            <a:noFill/>
          </a:ln>
        </p:spPr>
        <p:txBody>
          <a:bodyPr spcFirstLastPara="1" wrap="square" lIns="0" tIns="0" rIns="0" bIns="0" anchor="t" anchorCtr="0">
            <a:noAutofit/>
          </a:bodyPr>
          <a:lstStyle/>
          <a:p>
            <a:pPr marL="0" marR="0" lvl="0" indent="0" algn="l" rtl="0">
              <a:lnSpc>
                <a:spcPct val="85937"/>
              </a:lnSpc>
              <a:spcBef>
                <a:spcPts val="0"/>
              </a:spcBef>
              <a:spcAft>
                <a:spcPts val="0"/>
              </a:spcAft>
              <a:buClr>
                <a:srgbClr val="124E73"/>
              </a:buClr>
              <a:buSzPts val="3200"/>
              <a:buFont typeface="MuseoModerno Medium"/>
              <a:buNone/>
            </a:pPr>
            <a:r>
              <a:rPr lang="en-US" sz="3200">
                <a:solidFill>
                  <a:srgbClr val="124E73"/>
                </a:solidFill>
                <a:latin typeface="MuseoModerno Medium"/>
                <a:ea typeface="MuseoModerno Medium"/>
                <a:cs typeface="MuseoModerno Medium"/>
                <a:sym typeface="MuseoModerno Medium"/>
              </a:rPr>
              <a:t>Decentralized Ride Sharing</a:t>
            </a:r>
            <a:endParaRPr sz="3200">
              <a:solidFill>
                <a:schemeClr val="dk1"/>
              </a:solidFill>
              <a:latin typeface="Trebuchet MS"/>
              <a:ea typeface="Trebuchet MS"/>
              <a:cs typeface="Trebuchet MS"/>
              <a:sym typeface="Trebuchet MS"/>
            </a:endParaRPr>
          </a:p>
        </p:txBody>
      </p:sp>
      <p:sp>
        <p:nvSpPr>
          <p:cNvPr id="317" name="Google Shape;317;p12"/>
          <p:cNvSpPr/>
          <p:nvPr/>
        </p:nvSpPr>
        <p:spPr>
          <a:xfrm>
            <a:off x="330803" y="2257278"/>
            <a:ext cx="10919789" cy="814565"/>
          </a:xfrm>
          <a:prstGeom prst="rect">
            <a:avLst/>
          </a:prstGeom>
          <a:noFill/>
          <a:ln>
            <a:noFill/>
          </a:ln>
        </p:spPr>
        <p:txBody>
          <a:bodyPr spcFirstLastPara="1" wrap="square" lIns="0" tIns="0" rIns="0" bIns="0" anchor="t" anchorCtr="0">
            <a:noAutofit/>
          </a:bodyPr>
          <a:lstStyle/>
          <a:p>
            <a:pPr marL="0" marR="0" lvl="0" indent="0" algn="l" rtl="0">
              <a:lnSpc>
                <a:spcPct val="142500"/>
              </a:lnSpc>
              <a:spcBef>
                <a:spcPts val="0"/>
              </a:spcBef>
              <a:spcAft>
                <a:spcPts val="0"/>
              </a:spcAft>
              <a:buClr>
                <a:srgbClr val="2B4150"/>
              </a:buClr>
              <a:buSzPts val="2000"/>
              <a:buFont typeface="Arial"/>
              <a:buNone/>
            </a:pPr>
            <a:r>
              <a:rPr lang="en-US" sz="2000">
                <a:solidFill>
                  <a:srgbClr val="2B4150"/>
                </a:solidFill>
                <a:latin typeface="Arial"/>
                <a:ea typeface="Arial"/>
                <a:cs typeface="Arial"/>
                <a:sym typeface="Arial"/>
              </a:rPr>
              <a:t>This is the decentralized equivalent of Uber. It allows peer-to-peer ride sharing and users to be incentivized by proof of movement, and they can earn Zooz coins.</a:t>
            </a:r>
            <a:endParaRPr sz="2000">
              <a:solidFill>
                <a:schemeClr val="dk1"/>
              </a:solidFill>
              <a:latin typeface="Trebuchet MS"/>
              <a:ea typeface="Trebuchet MS"/>
              <a:cs typeface="Trebuchet MS"/>
              <a:sym typeface="Trebuchet MS"/>
            </a:endParaRPr>
          </a:p>
        </p:txBody>
      </p:sp>
      <p:sp>
        <p:nvSpPr>
          <p:cNvPr id="318" name="Google Shape;318;p12"/>
          <p:cNvSpPr/>
          <p:nvPr/>
        </p:nvSpPr>
        <p:spPr>
          <a:xfrm>
            <a:off x="330803" y="3282614"/>
            <a:ext cx="10919789" cy="407283"/>
          </a:xfrm>
          <a:prstGeom prst="rect">
            <a:avLst/>
          </a:prstGeom>
          <a:noFill/>
          <a:ln>
            <a:noFill/>
          </a:ln>
        </p:spPr>
        <p:txBody>
          <a:bodyPr spcFirstLastPara="1" wrap="square" lIns="0" tIns="0" rIns="0" bIns="0" anchor="t" anchorCtr="0">
            <a:noAutofit/>
          </a:bodyPr>
          <a:lstStyle/>
          <a:p>
            <a:pPr marL="0" marR="0" lvl="0" indent="0" algn="l" rtl="0">
              <a:lnSpc>
                <a:spcPct val="142500"/>
              </a:lnSpc>
              <a:spcBef>
                <a:spcPts val="0"/>
              </a:spcBef>
              <a:spcAft>
                <a:spcPts val="0"/>
              </a:spcAft>
              <a:buClr>
                <a:srgbClr val="2B4150"/>
              </a:buClr>
              <a:buSzPts val="2000"/>
              <a:buFont typeface="Arial"/>
              <a:buNone/>
            </a:pPr>
            <a:r>
              <a:rPr lang="en-US" sz="2000">
                <a:solidFill>
                  <a:srgbClr val="2B4150"/>
                </a:solidFill>
                <a:latin typeface="Arial"/>
                <a:ea typeface="Arial"/>
                <a:cs typeface="Arial"/>
                <a:sym typeface="Arial"/>
              </a:rPr>
              <a:t>More information on Lazooz is available at </a:t>
            </a:r>
            <a:r>
              <a:rPr lang="en-US" sz="2000" u="sng">
                <a:solidFill>
                  <a:srgbClr val="325F7B"/>
                </a:solidFill>
                <a:latin typeface="Arial"/>
                <a:ea typeface="Arial"/>
                <a:cs typeface="Arial"/>
                <a:sym typeface="Arial"/>
                <a:hlinkClick r:id="rId3">
                  <a:extLst>
                    <a:ext uri="{A12FA001-AC4F-418D-AE19-62706E023703}">
                      <ahyp:hlinkClr xmlns:ahyp="http://schemas.microsoft.com/office/drawing/2018/hyperlinkcolor" val="tx"/>
                    </a:ext>
                  </a:extLst>
                </a:hlinkClick>
              </a:rPr>
              <a:t>http://lazooz.org</a:t>
            </a:r>
            <a:r>
              <a:rPr lang="en-US" sz="2000">
                <a:solidFill>
                  <a:srgbClr val="2B4150"/>
                </a:solidFill>
                <a:latin typeface="Arial"/>
                <a:ea typeface="Arial"/>
                <a:cs typeface="Arial"/>
                <a:sym typeface="Arial"/>
              </a:rPr>
              <a:t>.</a:t>
            </a:r>
            <a:endParaRPr sz="2000">
              <a:solidFill>
                <a:schemeClr val="dk1"/>
              </a:solidFill>
              <a:latin typeface="Trebuchet MS"/>
              <a:ea typeface="Trebuchet MS"/>
              <a:cs typeface="Trebuchet MS"/>
              <a:sym typeface="Trebuchet MS"/>
            </a:endParaRPr>
          </a:p>
        </p:txBody>
      </p:sp>
      <p:sp>
        <p:nvSpPr>
          <p:cNvPr id="319" name="Google Shape;319;p12"/>
          <p:cNvSpPr/>
          <p:nvPr/>
        </p:nvSpPr>
        <p:spPr>
          <a:xfrm>
            <a:off x="330803" y="3900668"/>
            <a:ext cx="10919789" cy="407283"/>
          </a:xfrm>
          <a:prstGeom prst="rect">
            <a:avLst/>
          </a:prstGeom>
          <a:noFill/>
          <a:ln>
            <a:noFill/>
          </a:ln>
        </p:spPr>
        <p:txBody>
          <a:bodyPr spcFirstLastPara="1" wrap="square" lIns="0" tIns="0" rIns="0" bIns="0" anchor="t" anchorCtr="0">
            <a:noAutofit/>
          </a:bodyPr>
          <a:lstStyle/>
          <a:p>
            <a:pPr marL="0" marR="0" lvl="0" indent="0" algn="l" rtl="0">
              <a:lnSpc>
                <a:spcPct val="142500"/>
              </a:lnSpc>
              <a:spcBef>
                <a:spcPts val="0"/>
              </a:spcBef>
              <a:spcAft>
                <a:spcPts val="0"/>
              </a:spcAft>
              <a:buClr>
                <a:srgbClr val="2B4150"/>
              </a:buClr>
              <a:buSzPts val="2000"/>
              <a:buFont typeface="Arial"/>
              <a:buNone/>
            </a:pPr>
            <a:r>
              <a:rPr lang="en-US" sz="2000">
                <a:solidFill>
                  <a:srgbClr val="2B4150"/>
                </a:solidFill>
                <a:latin typeface="Arial"/>
                <a:ea typeface="Arial"/>
                <a:cs typeface="Arial"/>
                <a:sym typeface="Arial"/>
              </a:rPr>
              <a:t>Many other DApps have been built on the Ethereum blockchain and are showcased</a:t>
            </a:r>
            <a:endParaRPr/>
          </a:p>
          <a:p>
            <a:pPr marL="0" marR="0" lvl="0" indent="0" algn="l" rtl="0">
              <a:lnSpc>
                <a:spcPct val="142500"/>
              </a:lnSpc>
              <a:spcBef>
                <a:spcPts val="0"/>
              </a:spcBef>
              <a:spcAft>
                <a:spcPts val="0"/>
              </a:spcAft>
              <a:buClr>
                <a:srgbClr val="2B4150"/>
              </a:buClr>
              <a:buSzPts val="2000"/>
              <a:buFont typeface="Arial"/>
              <a:buNone/>
            </a:pPr>
            <a:r>
              <a:rPr lang="en-US" sz="2000">
                <a:solidFill>
                  <a:srgbClr val="2B4150"/>
                </a:solidFill>
                <a:latin typeface="Arial"/>
                <a:ea typeface="Arial"/>
                <a:cs typeface="Arial"/>
                <a:sym typeface="Arial"/>
              </a:rPr>
              <a:t> at </a:t>
            </a:r>
            <a:r>
              <a:rPr lang="en-US" sz="2000" u="sng">
                <a:solidFill>
                  <a:srgbClr val="325F7B"/>
                </a:solidFill>
                <a:latin typeface="Arial"/>
                <a:ea typeface="Arial"/>
                <a:cs typeface="Arial"/>
                <a:sym typeface="Arial"/>
                <a:hlinkClick r:id="rId4">
                  <a:extLst>
                    <a:ext uri="{A12FA001-AC4F-418D-AE19-62706E023703}">
                      <ahyp:hlinkClr xmlns:ahyp="http://schemas.microsoft.com/office/drawing/2018/hyperlinkcolor" val="tx"/>
                    </a:ext>
                  </a:extLst>
                </a:hlinkClick>
              </a:rPr>
              <a:t>http://dapps.ethercasts.com/</a:t>
            </a:r>
            <a:r>
              <a:rPr lang="en-US" sz="2000">
                <a:solidFill>
                  <a:srgbClr val="2B4150"/>
                </a:solidFill>
                <a:latin typeface="Arial"/>
                <a:ea typeface="Arial"/>
                <a:cs typeface="Arial"/>
                <a:sym typeface="Arial"/>
              </a:rPr>
              <a:t>.</a:t>
            </a:r>
            <a:endParaRPr sz="2000">
              <a:solidFill>
                <a:schemeClr val="dk1"/>
              </a:solidFill>
              <a:latin typeface="Trebuchet MS"/>
              <a:ea typeface="Trebuchet MS"/>
              <a:cs typeface="Trebuchet MS"/>
              <a:sym typeface="Trebuchet MS"/>
            </a:endParaRPr>
          </a:p>
        </p:txBody>
      </p:sp>
      <p:sp>
        <p:nvSpPr>
          <p:cNvPr id="320" name="Google Shape;320;p12"/>
          <p:cNvSpPr/>
          <p:nvPr/>
        </p:nvSpPr>
        <p:spPr>
          <a:xfrm>
            <a:off x="330802" y="4730373"/>
            <a:ext cx="10919789" cy="814565"/>
          </a:xfrm>
          <a:prstGeom prst="rect">
            <a:avLst/>
          </a:prstGeom>
          <a:noFill/>
          <a:ln>
            <a:noFill/>
          </a:ln>
        </p:spPr>
        <p:txBody>
          <a:bodyPr spcFirstLastPara="1" wrap="square" lIns="0" tIns="0" rIns="0" bIns="0" anchor="t" anchorCtr="0">
            <a:noAutofit/>
          </a:bodyPr>
          <a:lstStyle/>
          <a:p>
            <a:pPr marL="0" marR="0" lvl="0" indent="0" algn="l" rtl="0">
              <a:lnSpc>
                <a:spcPct val="142500"/>
              </a:lnSpc>
              <a:spcBef>
                <a:spcPts val="0"/>
              </a:spcBef>
              <a:spcAft>
                <a:spcPts val="0"/>
              </a:spcAft>
              <a:buClr>
                <a:srgbClr val="2B4150"/>
              </a:buClr>
              <a:buSzPts val="2000"/>
              <a:buFont typeface="Arial"/>
              <a:buNone/>
            </a:pPr>
            <a:r>
              <a:rPr lang="en-US" sz="2000">
                <a:solidFill>
                  <a:srgbClr val="2B4150"/>
                </a:solidFill>
                <a:latin typeface="Arial"/>
                <a:ea typeface="Arial"/>
                <a:cs typeface="Arial"/>
                <a:sym typeface="Arial"/>
              </a:rPr>
              <a:t>Now that we have covered the pertinent terminology, DApps, and relevant examples, let's now look at what platforms can be used to build and host DApps.</a:t>
            </a:r>
            <a:endParaRPr sz="2000">
              <a:solidFill>
                <a:schemeClr val="dk1"/>
              </a:solidFill>
              <a:latin typeface="Trebuchet MS"/>
              <a:ea typeface="Trebuchet MS"/>
              <a:cs typeface="Trebuchet MS"/>
              <a:sym typeface="Trebuchet M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13"/>
          <p:cNvSpPr txBox="1"/>
          <p:nvPr/>
        </p:nvSpPr>
        <p:spPr>
          <a:xfrm>
            <a:off x="1709928" y="2569464"/>
            <a:ext cx="6885432" cy="10156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6000" b="1" i="1" u="sng">
                <a:solidFill>
                  <a:schemeClr val="dk1"/>
                </a:solidFill>
                <a:latin typeface="Trebuchet MS"/>
                <a:ea typeface="Trebuchet MS"/>
                <a:cs typeface="Trebuchet MS"/>
                <a:sym typeface="Trebuchet MS"/>
              </a:rPr>
              <a:t>THANK YOU!!</a:t>
            </a:r>
            <a:endParaRPr sz="6000" b="1" i="1" u="sng">
              <a:solidFill>
                <a:schemeClr val="dk1"/>
              </a:solidFill>
              <a:latin typeface="Trebuchet MS"/>
              <a:ea typeface="Trebuchet MS"/>
              <a:cs typeface="Trebuchet MS"/>
              <a:sym typeface="Trebuchet MS"/>
            </a:endParaRPr>
          </a:p>
        </p:txBody>
      </p:sp>
    </p:spTree>
  </p:cSld>
  <p:clrMapOvr>
    <a:masterClrMapping/>
  </p:clrMapOvr>
</p:sld>
</file>

<file path=ppt/theme/theme1.xml><?xml version="1.0" encoding="utf-8"?>
<a:theme xmlns:a="http://schemas.openxmlformats.org/drawingml/2006/main"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1105</Words>
  <Application>Microsoft Office PowerPoint</Application>
  <PresentationFormat>Widescreen</PresentationFormat>
  <Paragraphs>109</Paragraphs>
  <Slides>13</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MuseoModerno Medium</vt:lpstr>
      <vt:lpstr>Noto Sans Symbols</vt:lpstr>
      <vt:lpstr>Arial Black</vt:lpstr>
      <vt:lpstr>Arial</vt:lpstr>
      <vt:lpstr>Trebuchet MS</vt:lpstr>
      <vt:lpstr>Calibri</vt:lpstr>
      <vt:lpstr>Facet</vt:lpstr>
      <vt:lpstr>  Decentralized applications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Chirag S</dc:creator>
  <cp:lastModifiedBy>Chirag S</cp:lastModifiedBy>
  <cp:revision>2</cp:revision>
  <dcterms:created xsi:type="dcterms:W3CDTF">2025-05-18T15:33:11Z</dcterms:created>
  <dcterms:modified xsi:type="dcterms:W3CDTF">2025-05-18T18:21:41Z</dcterms:modified>
</cp:coreProperties>
</file>