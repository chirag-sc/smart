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2" r:id="rId6"/>
    <p:sldId id="263"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C9A4B-EB27-0D47-02F2-6FC6549693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2C16165-416C-908D-A64A-DC7F3BAA5B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B191348-786F-2872-BA0A-EC7499D3B2C9}"/>
              </a:ext>
            </a:extLst>
          </p:cNvPr>
          <p:cNvSpPr>
            <a:spLocks noGrp="1"/>
          </p:cNvSpPr>
          <p:nvPr>
            <p:ph type="dt" sz="half" idx="10"/>
          </p:nvPr>
        </p:nvSpPr>
        <p:spPr/>
        <p:txBody>
          <a:bodyPr/>
          <a:lstStyle/>
          <a:p>
            <a:fld id="{9256415A-941E-4011-82EA-4E9876F2F0C5}" type="datetimeFigureOut">
              <a:rPr lang="en-IN" smtClean="0"/>
              <a:t>29-05-2025</a:t>
            </a:fld>
            <a:endParaRPr lang="en-IN"/>
          </a:p>
        </p:txBody>
      </p:sp>
      <p:sp>
        <p:nvSpPr>
          <p:cNvPr id="5" name="Footer Placeholder 4">
            <a:extLst>
              <a:ext uri="{FF2B5EF4-FFF2-40B4-BE49-F238E27FC236}">
                <a16:creationId xmlns:a16="http://schemas.microsoft.com/office/drawing/2014/main" id="{EEC7DE67-6C48-BF56-4BE8-7075F47DA2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CA5F6C-124D-171A-DADB-D57F68E42AF7}"/>
              </a:ext>
            </a:extLst>
          </p:cNvPr>
          <p:cNvSpPr>
            <a:spLocks noGrp="1"/>
          </p:cNvSpPr>
          <p:nvPr>
            <p:ph type="sldNum" sz="quarter" idx="12"/>
          </p:nvPr>
        </p:nvSpPr>
        <p:spPr/>
        <p:txBody>
          <a:bodyPr/>
          <a:lstStyle/>
          <a:p>
            <a:fld id="{DD60EA38-F712-4FB0-9A69-165F61063CA5}" type="slidenum">
              <a:rPr lang="en-IN" smtClean="0"/>
              <a:t>‹#›</a:t>
            </a:fld>
            <a:endParaRPr lang="en-IN"/>
          </a:p>
        </p:txBody>
      </p:sp>
    </p:spTree>
    <p:extLst>
      <p:ext uri="{BB962C8B-B14F-4D97-AF65-F5344CB8AC3E}">
        <p14:creationId xmlns:p14="http://schemas.microsoft.com/office/powerpoint/2010/main" val="25481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895DF-FAF2-BD1D-344C-35A8FF58856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7ED9F1A-AA63-E8F7-B5F5-7BBA90512C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F3A0AB-A550-E32E-B602-D2391E234223}"/>
              </a:ext>
            </a:extLst>
          </p:cNvPr>
          <p:cNvSpPr>
            <a:spLocks noGrp="1"/>
          </p:cNvSpPr>
          <p:nvPr>
            <p:ph type="dt" sz="half" idx="10"/>
          </p:nvPr>
        </p:nvSpPr>
        <p:spPr/>
        <p:txBody>
          <a:bodyPr/>
          <a:lstStyle/>
          <a:p>
            <a:fld id="{9256415A-941E-4011-82EA-4E9876F2F0C5}" type="datetimeFigureOut">
              <a:rPr lang="en-IN" smtClean="0"/>
              <a:t>29-05-2025</a:t>
            </a:fld>
            <a:endParaRPr lang="en-IN"/>
          </a:p>
        </p:txBody>
      </p:sp>
      <p:sp>
        <p:nvSpPr>
          <p:cNvPr id="5" name="Footer Placeholder 4">
            <a:extLst>
              <a:ext uri="{FF2B5EF4-FFF2-40B4-BE49-F238E27FC236}">
                <a16:creationId xmlns:a16="http://schemas.microsoft.com/office/drawing/2014/main" id="{A6262B59-F46C-1DE1-DD9F-183E21FAFC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13828A-1785-8A09-27C8-1AE948ECF4D7}"/>
              </a:ext>
            </a:extLst>
          </p:cNvPr>
          <p:cNvSpPr>
            <a:spLocks noGrp="1"/>
          </p:cNvSpPr>
          <p:nvPr>
            <p:ph type="sldNum" sz="quarter" idx="12"/>
          </p:nvPr>
        </p:nvSpPr>
        <p:spPr/>
        <p:txBody>
          <a:bodyPr/>
          <a:lstStyle/>
          <a:p>
            <a:fld id="{DD60EA38-F712-4FB0-9A69-165F61063CA5}" type="slidenum">
              <a:rPr lang="en-IN" smtClean="0"/>
              <a:t>‹#›</a:t>
            </a:fld>
            <a:endParaRPr lang="en-IN"/>
          </a:p>
        </p:txBody>
      </p:sp>
    </p:spTree>
    <p:extLst>
      <p:ext uri="{BB962C8B-B14F-4D97-AF65-F5344CB8AC3E}">
        <p14:creationId xmlns:p14="http://schemas.microsoft.com/office/powerpoint/2010/main" val="29620886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33F10-84BA-E1EB-D130-337E1ABCC7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06E597B-C8FC-2479-DB4B-E67CFAAFF0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AE0997-A248-2896-C770-3AB78C87667F}"/>
              </a:ext>
            </a:extLst>
          </p:cNvPr>
          <p:cNvSpPr>
            <a:spLocks noGrp="1"/>
          </p:cNvSpPr>
          <p:nvPr>
            <p:ph type="dt" sz="half" idx="10"/>
          </p:nvPr>
        </p:nvSpPr>
        <p:spPr/>
        <p:txBody>
          <a:bodyPr/>
          <a:lstStyle/>
          <a:p>
            <a:fld id="{9256415A-941E-4011-82EA-4E9876F2F0C5}" type="datetimeFigureOut">
              <a:rPr lang="en-IN" smtClean="0"/>
              <a:t>29-05-2025</a:t>
            </a:fld>
            <a:endParaRPr lang="en-IN"/>
          </a:p>
        </p:txBody>
      </p:sp>
      <p:sp>
        <p:nvSpPr>
          <p:cNvPr id="5" name="Footer Placeholder 4">
            <a:extLst>
              <a:ext uri="{FF2B5EF4-FFF2-40B4-BE49-F238E27FC236}">
                <a16:creationId xmlns:a16="http://schemas.microsoft.com/office/drawing/2014/main" id="{B1E07B4C-4F76-E308-150A-15B0E070F0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1E9C3A-E40F-27FE-BB30-FA8802B0E808}"/>
              </a:ext>
            </a:extLst>
          </p:cNvPr>
          <p:cNvSpPr>
            <a:spLocks noGrp="1"/>
          </p:cNvSpPr>
          <p:nvPr>
            <p:ph type="sldNum" sz="quarter" idx="12"/>
          </p:nvPr>
        </p:nvSpPr>
        <p:spPr/>
        <p:txBody>
          <a:bodyPr/>
          <a:lstStyle/>
          <a:p>
            <a:fld id="{DD60EA38-F712-4FB0-9A69-165F61063CA5}" type="slidenum">
              <a:rPr lang="en-IN" smtClean="0"/>
              <a:t>‹#›</a:t>
            </a:fld>
            <a:endParaRPr lang="en-IN"/>
          </a:p>
        </p:txBody>
      </p:sp>
    </p:spTree>
    <p:extLst>
      <p:ext uri="{BB962C8B-B14F-4D97-AF65-F5344CB8AC3E}">
        <p14:creationId xmlns:p14="http://schemas.microsoft.com/office/powerpoint/2010/main" val="2340219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EA140-6FE6-09C5-F7B1-C33A824F35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4A08135-7836-B134-461F-F6F275D8ED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9E6F2FD-96BD-A1D2-07DD-7B088944EE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D7796F6-611E-E02A-062C-773A1E987F27}"/>
              </a:ext>
            </a:extLst>
          </p:cNvPr>
          <p:cNvSpPr>
            <a:spLocks noGrp="1"/>
          </p:cNvSpPr>
          <p:nvPr>
            <p:ph type="dt" sz="half" idx="10"/>
          </p:nvPr>
        </p:nvSpPr>
        <p:spPr/>
        <p:txBody>
          <a:bodyPr/>
          <a:lstStyle/>
          <a:p>
            <a:fld id="{9256415A-941E-4011-82EA-4E9876F2F0C5}" type="datetimeFigureOut">
              <a:rPr lang="en-IN" smtClean="0"/>
              <a:t>29-05-2025</a:t>
            </a:fld>
            <a:endParaRPr lang="en-IN"/>
          </a:p>
        </p:txBody>
      </p:sp>
      <p:sp>
        <p:nvSpPr>
          <p:cNvPr id="6" name="Footer Placeholder 5">
            <a:extLst>
              <a:ext uri="{FF2B5EF4-FFF2-40B4-BE49-F238E27FC236}">
                <a16:creationId xmlns:a16="http://schemas.microsoft.com/office/drawing/2014/main" id="{07A3CBED-2603-2642-7E07-337975B3C2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86D5B8-13A4-F298-0CD6-859717622FE7}"/>
              </a:ext>
            </a:extLst>
          </p:cNvPr>
          <p:cNvSpPr>
            <a:spLocks noGrp="1"/>
          </p:cNvSpPr>
          <p:nvPr>
            <p:ph type="sldNum" sz="quarter" idx="12"/>
          </p:nvPr>
        </p:nvSpPr>
        <p:spPr/>
        <p:txBody>
          <a:bodyPr/>
          <a:lstStyle/>
          <a:p>
            <a:fld id="{DD60EA38-F712-4FB0-9A69-165F61063CA5}" type="slidenum">
              <a:rPr lang="en-IN" smtClean="0"/>
              <a:t>‹#›</a:t>
            </a:fld>
            <a:endParaRPr lang="en-IN"/>
          </a:p>
        </p:txBody>
      </p:sp>
    </p:spTree>
    <p:extLst>
      <p:ext uri="{BB962C8B-B14F-4D97-AF65-F5344CB8AC3E}">
        <p14:creationId xmlns:p14="http://schemas.microsoft.com/office/powerpoint/2010/main" val="2745531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D28AF-292B-939C-3A31-822A4F63734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191B727-74F3-D122-B0BE-FF1D3BC7E2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9674CA-0983-FC24-F104-A06D65734F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C6D2368-117D-4739-565B-5B8CDC6589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FA14E87-BE22-A64F-D928-CE694DE334F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97B20B4-9FAC-61FD-300F-92FC468B907F}"/>
              </a:ext>
            </a:extLst>
          </p:cNvPr>
          <p:cNvSpPr>
            <a:spLocks noGrp="1"/>
          </p:cNvSpPr>
          <p:nvPr>
            <p:ph type="dt" sz="half" idx="10"/>
          </p:nvPr>
        </p:nvSpPr>
        <p:spPr/>
        <p:txBody>
          <a:bodyPr/>
          <a:lstStyle/>
          <a:p>
            <a:fld id="{9256415A-941E-4011-82EA-4E9876F2F0C5}" type="datetimeFigureOut">
              <a:rPr lang="en-IN" smtClean="0"/>
              <a:t>29-05-2025</a:t>
            </a:fld>
            <a:endParaRPr lang="en-IN"/>
          </a:p>
        </p:txBody>
      </p:sp>
      <p:sp>
        <p:nvSpPr>
          <p:cNvPr id="8" name="Footer Placeholder 7">
            <a:extLst>
              <a:ext uri="{FF2B5EF4-FFF2-40B4-BE49-F238E27FC236}">
                <a16:creationId xmlns:a16="http://schemas.microsoft.com/office/drawing/2014/main" id="{2D3CB29E-2FF1-0230-C5C7-E1E111451C1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4BD4679-B544-F57E-A507-EDF40E6ABCD7}"/>
              </a:ext>
            </a:extLst>
          </p:cNvPr>
          <p:cNvSpPr>
            <a:spLocks noGrp="1"/>
          </p:cNvSpPr>
          <p:nvPr>
            <p:ph type="sldNum" sz="quarter" idx="12"/>
          </p:nvPr>
        </p:nvSpPr>
        <p:spPr/>
        <p:txBody>
          <a:bodyPr/>
          <a:lstStyle/>
          <a:p>
            <a:fld id="{DD60EA38-F712-4FB0-9A69-165F61063CA5}" type="slidenum">
              <a:rPr lang="en-IN" smtClean="0"/>
              <a:t>‹#›</a:t>
            </a:fld>
            <a:endParaRPr lang="en-IN"/>
          </a:p>
        </p:txBody>
      </p:sp>
    </p:spTree>
    <p:extLst>
      <p:ext uri="{BB962C8B-B14F-4D97-AF65-F5344CB8AC3E}">
        <p14:creationId xmlns:p14="http://schemas.microsoft.com/office/powerpoint/2010/main" val="1025147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9D487-2F0B-CBB7-4B7D-7D63DB99AE7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C0F7CEA-B117-D8E9-B8A0-92796DC41F90}"/>
              </a:ext>
            </a:extLst>
          </p:cNvPr>
          <p:cNvSpPr>
            <a:spLocks noGrp="1"/>
          </p:cNvSpPr>
          <p:nvPr>
            <p:ph type="dt" sz="half" idx="10"/>
          </p:nvPr>
        </p:nvSpPr>
        <p:spPr/>
        <p:txBody>
          <a:bodyPr/>
          <a:lstStyle/>
          <a:p>
            <a:fld id="{9256415A-941E-4011-82EA-4E9876F2F0C5}" type="datetimeFigureOut">
              <a:rPr lang="en-IN" smtClean="0"/>
              <a:t>29-05-2025</a:t>
            </a:fld>
            <a:endParaRPr lang="en-IN"/>
          </a:p>
        </p:txBody>
      </p:sp>
      <p:sp>
        <p:nvSpPr>
          <p:cNvPr id="4" name="Footer Placeholder 3">
            <a:extLst>
              <a:ext uri="{FF2B5EF4-FFF2-40B4-BE49-F238E27FC236}">
                <a16:creationId xmlns:a16="http://schemas.microsoft.com/office/drawing/2014/main" id="{A3C4672E-89CC-4568-D3BB-A6D6FE62038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A0FFBC6-2127-ECF3-19D9-0A30E9BE0AFA}"/>
              </a:ext>
            </a:extLst>
          </p:cNvPr>
          <p:cNvSpPr>
            <a:spLocks noGrp="1"/>
          </p:cNvSpPr>
          <p:nvPr>
            <p:ph type="sldNum" sz="quarter" idx="12"/>
          </p:nvPr>
        </p:nvSpPr>
        <p:spPr/>
        <p:txBody>
          <a:bodyPr/>
          <a:lstStyle/>
          <a:p>
            <a:fld id="{DD60EA38-F712-4FB0-9A69-165F61063CA5}" type="slidenum">
              <a:rPr lang="en-IN" smtClean="0"/>
              <a:t>‹#›</a:t>
            </a:fld>
            <a:endParaRPr lang="en-IN"/>
          </a:p>
        </p:txBody>
      </p:sp>
    </p:spTree>
    <p:extLst>
      <p:ext uri="{BB962C8B-B14F-4D97-AF65-F5344CB8AC3E}">
        <p14:creationId xmlns:p14="http://schemas.microsoft.com/office/powerpoint/2010/main" val="4019713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06FA2C-315B-1420-E047-F75E68461379}"/>
              </a:ext>
            </a:extLst>
          </p:cNvPr>
          <p:cNvSpPr>
            <a:spLocks noGrp="1"/>
          </p:cNvSpPr>
          <p:nvPr>
            <p:ph type="dt" sz="half" idx="10"/>
          </p:nvPr>
        </p:nvSpPr>
        <p:spPr/>
        <p:txBody>
          <a:bodyPr/>
          <a:lstStyle/>
          <a:p>
            <a:fld id="{9256415A-941E-4011-82EA-4E9876F2F0C5}" type="datetimeFigureOut">
              <a:rPr lang="en-IN" smtClean="0"/>
              <a:t>29-05-2025</a:t>
            </a:fld>
            <a:endParaRPr lang="en-IN"/>
          </a:p>
        </p:txBody>
      </p:sp>
      <p:sp>
        <p:nvSpPr>
          <p:cNvPr id="3" name="Footer Placeholder 2">
            <a:extLst>
              <a:ext uri="{FF2B5EF4-FFF2-40B4-BE49-F238E27FC236}">
                <a16:creationId xmlns:a16="http://schemas.microsoft.com/office/drawing/2014/main" id="{3B1EDB2E-9656-4AB4-EC78-0C80809D05B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27BCB8E-FADD-58F4-2AB6-3AB7B02D4495}"/>
              </a:ext>
            </a:extLst>
          </p:cNvPr>
          <p:cNvSpPr>
            <a:spLocks noGrp="1"/>
          </p:cNvSpPr>
          <p:nvPr>
            <p:ph type="sldNum" sz="quarter" idx="12"/>
          </p:nvPr>
        </p:nvSpPr>
        <p:spPr/>
        <p:txBody>
          <a:bodyPr/>
          <a:lstStyle/>
          <a:p>
            <a:fld id="{DD60EA38-F712-4FB0-9A69-165F61063CA5}" type="slidenum">
              <a:rPr lang="en-IN" smtClean="0"/>
              <a:t>‹#›</a:t>
            </a:fld>
            <a:endParaRPr lang="en-IN"/>
          </a:p>
        </p:txBody>
      </p:sp>
    </p:spTree>
    <p:extLst>
      <p:ext uri="{BB962C8B-B14F-4D97-AF65-F5344CB8AC3E}">
        <p14:creationId xmlns:p14="http://schemas.microsoft.com/office/powerpoint/2010/main" val="2369529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95B0F-7EB4-6B18-B0E9-922725BE92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ED2CEBF-847A-9582-966B-EAA7666ADE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609C8B1-9BE3-605B-9D69-175EC5E90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61EAC8-085C-396A-EAD5-77BA8F041724}"/>
              </a:ext>
            </a:extLst>
          </p:cNvPr>
          <p:cNvSpPr>
            <a:spLocks noGrp="1"/>
          </p:cNvSpPr>
          <p:nvPr>
            <p:ph type="dt" sz="half" idx="10"/>
          </p:nvPr>
        </p:nvSpPr>
        <p:spPr/>
        <p:txBody>
          <a:bodyPr/>
          <a:lstStyle/>
          <a:p>
            <a:fld id="{9256415A-941E-4011-82EA-4E9876F2F0C5}" type="datetimeFigureOut">
              <a:rPr lang="en-IN" smtClean="0"/>
              <a:t>29-05-2025</a:t>
            </a:fld>
            <a:endParaRPr lang="en-IN"/>
          </a:p>
        </p:txBody>
      </p:sp>
      <p:sp>
        <p:nvSpPr>
          <p:cNvPr id="6" name="Footer Placeholder 5">
            <a:extLst>
              <a:ext uri="{FF2B5EF4-FFF2-40B4-BE49-F238E27FC236}">
                <a16:creationId xmlns:a16="http://schemas.microsoft.com/office/drawing/2014/main" id="{E8CDC4BB-9DE1-7444-B663-36CB0C3B76C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3F92A5-E84E-DB17-6BF5-BC5CA68BA4D2}"/>
              </a:ext>
            </a:extLst>
          </p:cNvPr>
          <p:cNvSpPr>
            <a:spLocks noGrp="1"/>
          </p:cNvSpPr>
          <p:nvPr>
            <p:ph type="sldNum" sz="quarter" idx="12"/>
          </p:nvPr>
        </p:nvSpPr>
        <p:spPr/>
        <p:txBody>
          <a:bodyPr/>
          <a:lstStyle/>
          <a:p>
            <a:fld id="{DD60EA38-F712-4FB0-9A69-165F61063CA5}" type="slidenum">
              <a:rPr lang="en-IN" smtClean="0"/>
              <a:t>‹#›</a:t>
            </a:fld>
            <a:endParaRPr lang="en-IN"/>
          </a:p>
        </p:txBody>
      </p:sp>
    </p:spTree>
    <p:extLst>
      <p:ext uri="{BB962C8B-B14F-4D97-AF65-F5344CB8AC3E}">
        <p14:creationId xmlns:p14="http://schemas.microsoft.com/office/powerpoint/2010/main" val="16492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67DE0-BE61-62F5-0CFD-9EC3A5F6C3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C730EC1-5035-984C-DC98-13A79E490C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2CA5151-18AC-9810-5076-570C7DAB8B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69B4C9-281E-56DB-092D-37CABCF63F3D}"/>
              </a:ext>
            </a:extLst>
          </p:cNvPr>
          <p:cNvSpPr>
            <a:spLocks noGrp="1"/>
          </p:cNvSpPr>
          <p:nvPr>
            <p:ph type="dt" sz="half" idx="10"/>
          </p:nvPr>
        </p:nvSpPr>
        <p:spPr/>
        <p:txBody>
          <a:bodyPr/>
          <a:lstStyle/>
          <a:p>
            <a:fld id="{9256415A-941E-4011-82EA-4E9876F2F0C5}" type="datetimeFigureOut">
              <a:rPr lang="en-IN" smtClean="0"/>
              <a:t>29-05-2025</a:t>
            </a:fld>
            <a:endParaRPr lang="en-IN"/>
          </a:p>
        </p:txBody>
      </p:sp>
      <p:sp>
        <p:nvSpPr>
          <p:cNvPr id="6" name="Footer Placeholder 5">
            <a:extLst>
              <a:ext uri="{FF2B5EF4-FFF2-40B4-BE49-F238E27FC236}">
                <a16:creationId xmlns:a16="http://schemas.microsoft.com/office/drawing/2014/main" id="{038FECB6-D459-D245-9521-C41153D941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7E56BE-68C1-4681-8D06-011A5F63AA86}"/>
              </a:ext>
            </a:extLst>
          </p:cNvPr>
          <p:cNvSpPr>
            <a:spLocks noGrp="1"/>
          </p:cNvSpPr>
          <p:nvPr>
            <p:ph type="sldNum" sz="quarter" idx="12"/>
          </p:nvPr>
        </p:nvSpPr>
        <p:spPr/>
        <p:txBody>
          <a:bodyPr/>
          <a:lstStyle/>
          <a:p>
            <a:fld id="{DD60EA38-F712-4FB0-9A69-165F61063CA5}" type="slidenum">
              <a:rPr lang="en-IN" smtClean="0"/>
              <a:t>‹#›</a:t>
            </a:fld>
            <a:endParaRPr lang="en-IN"/>
          </a:p>
        </p:txBody>
      </p:sp>
    </p:spTree>
    <p:extLst>
      <p:ext uri="{BB962C8B-B14F-4D97-AF65-F5344CB8AC3E}">
        <p14:creationId xmlns:p14="http://schemas.microsoft.com/office/powerpoint/2010/main" val="2111060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ABCF6-2CE4-91E9-CC2C-D05FF8CE63F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4480EE2-E14D-4225-F066-DA2611EC59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5EC239-3E72-DEDF-C708-051CAE7ABE4B}"/>
              </a:ext>
            </a:extLst>
          </p:cNvPr>
          <p:cNvSpPr>
            <a:spLocks noGrp="1"/>
          </p:cNvSpPr>
          <p:nvPr>
            <p:ph type="dt" sz="half" idx="10"/>
          </p:nvPr>
        </p:nvSpPr>
        <p:spPr/>
        <p:txBody>
          <a:bodyPr/>
          <a:lstStyle/>
          <a:p>
            <a:fld id="{9256415A-941E-4011-82EA-4E9876F2F0C5}" type="datetimeFigureOut">
              <a:rPr lang="en-IN" smtClean="0"/>
              <a:t>29-05-2025</a:t>
            </a:fld>
            <a:endParaRPr lang="en-IN"/>
          </a:p>
        </p:txBody>
      </p:sp>
      <p:sp>
        <p:nvSpPr>
          <p:cNvPr id="5" name="Footer Placeholder 4">
            <a:extLst>
              <a:ext uri="{FF2B5EF4-FFF2-40B4-BE49-F238E27FC236}">
                <a16:creationId xmlns:a16="http://schemas.microsoft.com/office/drawing/2014/main" id="{93A93AAD-5195-9360-099E-C30B44201D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EAA3F0-DCE1-1E36-E31C-645618FA78A6}"/>
              </a:ext>
            </a:extLst>
          </p:cNvPr>
          <p:cNvSpPr>
            <a:spLocks noGrp="1"/>
          </p:cNvSpPr>
          <p:nvPr>
            <p:ph type="sldNum" sz="quarter" idx="12"/>
          </p:nvPr>
        </p:nvSpPr>
        <p:spPr/>
        <p:txBody>
          <a:bodyPr/>
          <a:lstStyle/>
          <a:p>
            <a:fld id="{DD60EA38-F712-4FB0-9A69-165F61063CA5}" type="slidenum">
              <a:rPr lang="en-IN" smtClean="0"/>
              <a:t>‹#›</a:t>
            </a:fld>
            <a:endParaRPr lang="en-IN"/>
          </a:p>
        </p:txBody>
      </p:sp>
    </p:spTree>
    <p:extLst>
      <p:ext uri="{BB962C8B-B14F-4D97-AF65-F5344CB8AC3E}">
        <p14:creationId xmlns:p14="http://schemas.microsoft.com/office/powerpoint/2010/main" val="260830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434431-A07F-8D03-1599-6BD5C05397A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CF6063-FB94-F3A4-4D85-79FEAEE299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5B67C8-A434-BAF6-777B-5C3FEB82C152}"/>
              </a:ext>
            </a:extLst>
          </p:cNvPr>
          <p:cNvSpPr>
            <a:spLocks noGrp="1"/>
          </p:cNvSpPr>
          <p:nvPr>
            <p:ph type="dt" sz="half" idx="10"/>
          </p:nvPr>
        </p:nvSpPr>
        <p:spPr/>
        <p:txBody>
          <a:bodyPr/>
          <a:lstStyle/>
          <a:p>
            <a:fld id="{9256415A-941E-4011-82EA-4E9876F2F0C5}" type="datetimeFigureOut">
              <a:rPr lang="en-IN" smtClean="0"/>
              <a:t>29-05-2025</a:t>
            </a:fld>
            <a:endParaRPr lang="en-IN"/>
          </a:p>
        </p:txBody>
      </p:sp>
      <p:sp>
        <p:nvSpPr>
          <p:cNvPr id="5" name="Footer Placeholder 4">
            <a:extLst>
              <a:ext uri="{FF2B5EF4-FFF2-40B4-BE49-F238E27FC236}">
                <a16:creationId xmlns:a16="http://schemas.microsoft.com/office/drawing/2014/main" id="{E3A0FA7A-9A0F-A985-0204-13EC0AF4F9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FFC54E-5D62-2AAC-9CDC-F9115E458308}"/>
              </a:ext>
            </a:extLst>
          </p:cNvPr>
          <p:cNvSpPr>
            <a:spLocks noGrp="1"/>
          </p:cNvSpPr>
          <p:nvPr>
            <p:ph type="sldNum" sz="quarter" idx="12"/>
          </p:nvPr>
        </p:nvSpPr>
        <p:spPr/>
        <p:txBody>
          <a:bodyPr/>
          <a:lstStyle/>
          <a:p>
            <a:fld id="{DD60EA38-F712-4FB0-9A69-165F61063CA5}" type="slidenum">
              <a:rPr lang="en-IN" smtClean="0"/>
              <a:t>‹#›</a:t>
            </a:fld>
            <a:endParaRPr lang="en-IN"/>
          </a:p>
        </p:txBody>
      </p:sp>
    </p:spTree>
    <p:extLst>
      <p:ext uri="{BB962C8B-B14F-4D97-AF65-F5344CB8AC3E}">
        <p14:creationId xmlns:p14="http://schemas.microsoft.com/office/powerpoint/2010/main" val="3432648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FA94DC-44EF-8502-C81E-46C896AC39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4AF0CD0-7229-9835-8683-6508C9DB6B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455077-7329-65FB-3263-4E49A49D5D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56415A-941E-4011-82EA-4E9876F2F0C5}" type="datetimeFigureOut">
              <a:rPr lang="en-IN" smtClean="0"/>
              <a:t>29-05-2025</a:t>
            </a:fld>
            <a:endParaRPr lang="en-IN"/>
          </a:p>
        </p:txBody>
      </p:sp>
      <p:sp>
        <p:nvSpPr>
          <p:cNvPr id="5" name="Footer Placeholder 4">
            <a:extLst>
              <a:ext uri="{FF2B5EF4-FFF2-40B4-BE49-F238E27FC236}">
                <a16:creationId xmlns:a16="http://schemas.microsoft.com/office/drawing/2014/main" id="{69FD0C12-FEF2-5D43-21FF-5295A0D8D7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C40B812-532D-5EBD-F86A-87B1C5A56C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60EA38-F712-4FB0-9A69-165F61063CA5}" type="slidenum">
              <a:rPr lang="en-IN" smtClean="0"/>
              <a:t>‹#›</a:t>
            </a:fld>
            <a:endParaRPr lang="en-IN"/>
          </a:p>
        </p:txBody>
      </p:sp>
    </p:spTree>
    <p:extLst>
      <p:ext uri="{BB962C8B-B14F-4D97-AF65-F5344CB8AC3E}">
        <p14:creationId xmlns:p14="http://schemas.microsoft.com/office/powerpoint/2010/main" val="20135241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49491-6295-63AD-4CA5-62A4C4BC789D}"/>
              </a:ext>
            </a:extLst>
          </p:cNvPr>
          <p:cNvSpPr>
            <a:spLocks noGrp="1"/>
          </p:cNvSpPr>
          <p:nvPr>
            <p:ph type="ctrTitle"/>
          </p:nvPr>
        </p:nvSpPr>
        <p:spPr>
          <a:xfrm>
            <a:off x="1524000" y="1835594"/>
            <a:ext cx="9144000" cy="2425510"/>
          </a:xfrm>
        </p:spPr>
        <p:txBody>
          <a:bodyPr>
            <a:normAutofit fontScale="90000"/>
          </a:bodyPr>
          <a:lstStyle/>
          <a:p>
            <a:r>
              <a:rPr lang="en-US" b="1" dirty="0"/>
              <a:t>Philosophical Texts in the Indian Knowledge System</a:t>
            </a:r>
            <a:br>
              <a:rPr lang="en-US" b="1" dirty="0"/>
            </a:br>
            <a:endParaRPr lang="en-IN" dirty="0"/>
          </a:p>
        </p:txBody>
      </p:sp>
      <p:sp>
        <p:nvSpPr>
          <p:cNvPr id="3" name="TextBox 2">
            <a:extLst>
              <a:ext uri="{FF2B5EF4-FFF2-40B4-BE49-F238E27FC236}">
                <a16:creationId xmlns:a16="http://schemas.microsoft.com/office/drawing/2014/main" id="{E011DB94-550D-8260-9ECD-A5F31A81A4A7}"/>
              </a:ext>
            </a:extLst>
          </p:cNvPr>
          <p:cNvSpPr txBox="1"/>
          <p:nvPr/>
        </p:nvSpPr>
        <p:spPr>
          <a:xfrm>
            <a:off x="9707880" y="4992624"/>
            <a:ext cx="2374392" cy="954107"/>
          </a:xfrm>
          <a:prstGeom prst="rect">
            <a:avLst/>
          </a:prstGeom>
          <a:noFill/>
        </p:spPr>
        <p:txBody>
          <a:bodyPr wrap="square" rtlCol="0">
            <a:spAutoFit/>
          </a:bodyPr>
          <a:lstStyle/>
          <a:p>
            <a:r>
              <a:rPr lang="en-US" sz="2800" dirty="0"/>
              <a:t>CHIRAG S</a:t>
            </a:r>
          </a:p>
          <a:p>
            <a:r>
              <a:rPr lang="en-US" sz="2800" dirty="0"/>
              <a:t>4SN22AD019</a:t>
            </a:r>
            <a:endParaRPr lang="en-IN" sz="2800" dirty="0"/>
          </a:p>
        </p:txBody>
      </p:sp>
    </p:spTree>
    <p:extLst>
      <p:ext uri="{BB962C8B-B14F-4D97-AF65-F5344CB8AC3E}">
        <p14:creationId xmlns:p14="http://schemas.microsoft.com/office/powerpoint/2010/main" val="2197440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242D06-7EBE-5B8D-A079-E0456E3131C8}"/>
              </a:ext>
            </a:extLst>
          </p:cNvPr>
          <p:cNvSpPr txBox="1"/>
          <p:nvPr/>
        </p:nvSpPr>
        <p:spPr>
          <a:xfrm>
            <a:off x="356616" y="1456110"/>
            <a:ext cx="11768328" cy="3323987"/>
          </a:xfrm>
          <a:prstGeom prst="rect">
            <a:avLst/>
          </a:prstGeom>
          <a:noFill/>
        </p:spPr>
        <p:txBody>
          <a:bodyPr wrap="square" rtlCol="0">
            <a:spAutoFit/>
          </a:bodyPr>
          <a:lstStyle/>
          <a:p>
            <a:pPr marL="457200" indent="-457200">
              <a:buFont typeface="Arial" panose="020B0604020202020204" pitchFamily="34" charset="0"/>
              <a:buChar char="•"/>
            </a:pPr>
            <a:r>
              <a:rPr lang="en-US" sz="3200" dirty="0"/>
              <a:t>The rich tapestry of Indian thought is woven from a vast collection of philosophical texts, each contributing unique insights into the nature of reality, consciousness, and human existence. These scriptures and treatises form the bedrock of an intellectual tradition spanning millennia, offering profound wisdom that continues to resonate with scholars and seekers worldwide.</a:t>
            </a:r>
          </a:p>
          <a:p>
            <a:endParaRPr lang="en-IN" dirty="0"/>
          </a:p>
        </p:txBody>
      </p:sp>
      <p:sp>
        <p:nvSpPr>
          <p:cNvPr id="3" name="TextBox 2">
            <a:extLst>
              <a:ext uri="{FF2B5EF4-FFF2-40B4-BE49-F238E27FC236}">
                <a16:creationId xmlns:a16="http://schemas.microsoft.com/office/drawing/2014/main" id="{5DC43398-25FB-4EC1-EC9C-3667F848DDC3}"/>
              </a:ext>
            </a:extLst>
          </p:cNvPr>
          <p:cNvSpPr txBox="1"/>
          <p:nvPr/>
        </p:nvSpPr>
        <p:spPr>
          <a:xfrm>
            <a:off x="650748" y="512064"/>
            <a:ext cx="11180064" cy="707886"/>
          </a:xfrm>
          <a:prstGeom prst="rect">
            <a:avLst/>
          </a:prstGeom>
          <a:noFill/>
        </p:spPr>
        <p:txBody>
          <a:bodyPr wrap="square" rtlCol="0">
            <a:spAutoFit/>
          </a:bodyPr>
          <a:lstStyle/>
          <a:p>
            <a:r>
              <a:rPr lang="en-US" sz="4000" b="1" dirty="0"/>
              <a:t>Philosophical Texts in the Indian Knowledge System</a:t>
            </a:r>
            <a:endParaRPr lang="en-IN" sz="4000" dirty="0"/>
          </a:p>
        </p:txBody>
      </p:sp>
    </p:spTree>
    <p:extLst>
      <p:ext uri="{BB962C8B-B14F-4D97-AF65-F5344CB8AC3E}">
        <p14:creationId xmlns:p14="http://schemas.microsoft.com/office/powerpoint/2010/main" val="3653861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8EC3510E-A177-C8C1-4FCC-7ACF659D6618}"/>
              </a:ext>
            </a:extLst>
          </p:cNvPr>
          <p:cNvSpPr/>
          <p:nvPr/>
        </p:nvSpPr>
        <p:spPr>
          <a:xfrm>
            <a:off x="284012" y="273034"/>
            <a:ext cx="10712291" cy="70877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5550"/>
              </a:lnSpc>
              <a:buNone/>
            </a:pPr>
            <a:r>
              <a:rPr lang="en-US" sz="4450" dirty="0">
                <a:solidFill>
                  <a:srgbClr val="152D47"/>
                </a:solidFill>
                <a:latin typeface="Crimson Pro Semi Bold" pitchFamily="34" charset="0"/>
                <a:ea typeface="Crimson Pro Semi Bold" pitchFamily="34" charset="-122"/>
                <a:cs typeface="Crimson Pro Semi Bold" pitchFamily="34" charset="-120"/>
              </a:rPr>
              <a:t>Vedas &amp; Upanishads: Foundational Scriptures</a:t>
            </a:r>
            <a:endParaRPr lang="en-US" sz="4450" dirty="0"/>
          </a:p>
        </p:txBody>
      </p:sp>
      <p:sp>
        <p:nvSpPr>
          <p:cNvPr id="6" name="Text 1">
            <a:extLst>
              <a:ext uri="{FF2B5EF4-FFF2-40B4-BE49-F238E27FC236}">
                <a16:creationId xmlns:a16="http://schemas.microsoft.com/office/drawing/2014/main" id="{71583F52-9D5E-F15D-11DC-9902D9D741A5}"/>
              </a:ext>
            </a:extLst>
          </p:cNvPr>
          <p:cNvSpPr/>
          <p:nvPr/>
        </p:nvSpPr>
        <p:spPr>
          <a:xfrm>
            <a:off x="284012" y="1548789"/>
            <a:ext cx="2835235" cy="35433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200" dirty="0">
                <a:solidFill>
                  <a:srgbClr val="152D47"/>
                </a:solidFill>
                <a:latin typeface="Crimson Pro Semi Bold" pitchFamily="34" charset="0"/>
                <a:ea typeface="Crimson Pro Semi Bold" pitchFamily="34" charset="-122"/>
                <a:cs typeface="Crimson Pro Semi Bold" pitchFamily="34" charset="-120"/>
              </a:rPr>
              <a:t>The Vedas</a:t>
            </a:r>
            <a:endParaRPr lang="en-US" sz="2200" dirty="0"/>
          </a:p>
        </p:txBody>
      </p:sp>
      <p:sp>
        <p:nvSpPr>
          <p:cNvPr id="7" name="Text 2">
            <a:extLst>
              <a:ext uri="{FF2B5EF4-FFF2-40B4-BE49-F238E27FC236}">
                <a16:creationId xmlns:a16="http://schemas.microsoft.com/office/drawing/2014/main" id="{9C545CDA-9004-27E7-FDC7-DE18BB1ADD56}"/>
              </a:ext>
            </a:extLst>
          </p:cNvPr>
          <p:cNvSpPr/>
          <p:nvPr/>
        </p:nvSpPr>
        <p:spPr>
          <a:xfrm>
            <a:off x="284013" y="1982414"/>
            <a:ext cx="5595580" cy="1995226"/>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The Vedas are the oldest and most sacred texts of Hinduism, comprising hymns, prayers, philosophical treatises, and ritualistic instructions. Believed to be of divine origin (Shruti), they are a repository of ancient wisdom concerning cosmology, deities, and the cosmic order (Rta).</a:t>
            </a:r>
            <a:endParaRPr lang="en-US" sz="1750" dirty="0"/>
          </a:p>
        </p:txBody>
      </p:sp>
      <p:sp>
        <p:nvSpPr>
          <p:cNvPr id="8" name="Text 3">
            <a:extLst>
              <a:ext uri="{FF2B5EF4-FFF2-40B4-BE49-F238E27FC236}">
                <a16:creationId xmlns:a16="http://schemas.microsoft.com/office/drawing/2014/main" id="{7C7035BF-AB4D-8D5A-2AB5-171DA46DDB82}"/>
              </a:ext>
            </a:extLst>
          </p:cNvPr>
          <p:cNvSpPr/>
          <p:nvPr/>
        </p:nvSpPr>
        <p:spPr>
          <a:xfrm>
            <a:off x="284012" y="4148519"/>
            <a:ext cx="6244709" cy="362903"/>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Rig Veda (hymns)</a:t>
            </a:r>
            <a:endParaRPr lang="en-US" sz="1750" dirty="0"/>
          </a:p>
        </p:txBody>
      </p:sp>
      <p:sp>
        <p:nvSpPr>
          <p:cNvPr id="9" name="Text 4">
            <a:extLst>
              <a:ext uri="{FF2B5EF4-FFF2-40B4-BE49-F238E27FC236}">
                <a16:creationId xmlns:a16="http://schemas.microsoft.com/office/drawing/2014/main" id="{359C3718-B9D3-D8CD-D24D-C7E1A2E02573}"/>
              </a:ext>
            </a:extLst>
          </p:cNvPr>
          <p:cNvSpPr/>
          <p:nvPr/>
        </p:nvSpPr>
        <p:spPr>
          <a:xfrm>
            <a:off x="284012" y="4590717"/>
            <a:ext cx="6244709" cy="362903"/>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Sama Veda (chants)</a:t>
            </a:r>
            <a:endParaRPr lang="en-US" sz="1750" dirty="0"/>
          </a:p>
        </p:txBody>
      </p:sp>
      <p:sp>
        <p:nvSpPr>
          <p:cNvPr id="10" name="Text 5">
            <a:extLst>
              <a:ext uri="{FF2B5EF4-FFF2-40B4-BE49-F238E27FC236}">
                <a16:creationId xmlns:a16="http://schemas.microsoft.com/office/drawing/2014/main" id="{C79B4404-6D0E-2CC1-C320-7D4C6FC1D53E}"/>
              </a:ext>
            </a:extLst>
          </p:cNvPr>
          <p:cNvSpPr/>
          <p:nvPr/>
        </p:nvSpPr>
        <p:spPr>
          <a:xfrm>
            <a:off x="284012" y="5032915"/>
            <a:ext cx="6244709" cy="362903"/>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Yajur Veda (sacrificial formulas)</a:t>
            </a:r>
            <a:endParaRPr lang="en-US" sz="1750" dirty="0"/>
          </a:p>
        </p:txBody>
      </p:sp>
      <p:sp>
        <p:nvSpPr>
          <p:cNvPr id="11" name="Text 6">
            <a:extLst>
              <a:ext uri="{FF2B5EF4-FFF2-40B4-BE49-F238E27FC236}">
                <a16:creationId xmlns:a16="http://schemas.microsoft.com/office/drawing/2014/main" id="{7B8A9DC0-8ABD-4161-86D7-7CAABB548AE9}"/>
              </a:ext>
            </a:extLst>
          </p:cNvPr>
          <p:cNvSpPr/>
          <p:nvPr/>
        </p:nvSpPr>
        <p:spPr>
          <a:xfrm>
            <a:off x="284012" y="5475113"/>
            <a:ext cx="6244709" cy="362903"/>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Atharva Veda (spells and charms)</a:t>
            </a:r>
            <a:endParaRPr lang="en-US" sz="1750" dirty="0"/>
          </a:p>
        </p:txBody>
      </p:sp>
      <p:sp>
        <p:nvSpPr>
          <p:cNvPr id="12" name="Text 7">
            <a:extLst>
              <a:ext uri="{FF2B5EF4-FFF2-40B4-BE49-F238E27FC236}">
                <a16:creationId xmlns:a16="http://schemas.microsoft.com/office/drawing/2014/main" id="{6CF51C18-98CD-C538-7F63-BCB3202E8821}"/>
              </a:ext>
            </a:extLst>
          </p:cNvPr>
          <p:cNvSpPr/>
          <p:nvPr/>
        </p:nvSpPr>
        <p:spPr>
          <a:xfrm>
            <a:off x="6029039" y="1561386"/>
            <a:ext cx="2835235" cy="35433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200" dirty="0">
                <a:solidFill>
                  <a:srgbClr val="152D47"/>
                </a:solidFill>
                <a:latin typeface="Crimson Pro Semi Bold" pitchFamily="34" charset="0"/>
                <a:ea typeface="Crimson Pro Semi Bold" pitchFamily="34" charset="-122"/>
                <a:cs typeface="Crimson Pro Semi Bold" pitchFamily="34" charset="-120"/>
              </a:rPr>
              <a:t>The Upanishads</a:t>
            </a:r>
            <a:endParaRPr lang="en-US" sz="2200" dirty="0"/>
          </a:p>
        </p:txBody>
      </p:sp>
      <p:sp>
        <p:nvSpPr>
          <p:cNvPr id="13" name="Text 8">
            <a:extLst>
              <a:ext uri="{FF2B5EF4-FFF2-40B4-BE49-F238E27FC236}">
                <a16:creationId xmlns:a16="http://schemas.microsoft.com/office/drawing/2014/main" id="{2D76932F-462C-C887-16B8-970AC629D8E1}"/>
              </a:ext>
            </a:extLst>
          </p:cNvPr>
          <p:cNvSpPr/>
          <p:nvPr/>
        </p:nvSpPr>
        <p:spPr>
          <a:xfrm>
            <a:off x="6029040" y="2142530"/>
            <a:ext cx="5878948" cy="217741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Meaning "sitting near," the Upanishads are philosophical commentaries embedded within the Vedas. They delve into profound metaphysical questions, exploring the concepts of Brahman (the ultimate reality) and Atman (the individual soul), and their essential unity. They mark a shift from ritualistic concerns to philosophical inquiry.</a:t>
            </a:r>
            <a:endParaRPr lang="en-US" sz="1750" dirty="0"/>
          </a:p>
        </p:txBody>
      </p:sp>
      <p:sp>
        <p:nvSpPr>
          <p:cNvPr id="14" name="Text 9">
            <a:extLst>
              <a:ext uri="{FF2B5EF4-FFF2-40B4-BE49-F238E27FC236}">
                <a16:creationId xmlns:a16="http://schemas.microsoft.com/office/drawing/2014/main" id="{98E9E6D8-8607-AEBE-940E-EF2147EC83A5}"/>
              </a:ext>
            </a:extLst>
          </p:cNvPr>
          <p:cNvSpPr/>
          <p:nvPr/>
        </p:nvSpPr>
        <p:spPr>
          <a:xfrm>
            <a:off x="6029039" y="4524018"/>
            <a:ext cx="6244709" cy="362903"/>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Isa Upanishad</a:t>
            </a:r>
            <a:endParaRPr lang="en-US" sz="1750" dirty="0"/>
          </a:p>
        </p:txBody>
      </p:sp>
      <p:sp>
        <p:nvSpPr>
          <p:cNvPr id="15" name="Text 10">
            <a:extLst>
              <a:ext uri="{FF2B5EF4-FFF2-40B4-BE49-F238E27FC236}">
                <a16:creationId xmlns:a16="http://schemas.microsoft.com/office/drawing/2014/main" id="{4E690B1E-4A36-E8D7-6A77-89E632C8D35E}"/>
              </a:ext>
            </a:extLst>
          </p:cNvPr>
          <p:cNvSpPr/>
          <p:nvPr/>
        </p:nvSpPr>
        <p:spPr>
          <a:xfrm>
            <a:off x="6029039" y="5032915"/>
            <a:ext cx="6244709" cy="362903"/>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Kena Upanishad</a:t>
            </a:r>
            <a:endParaRPr lang="en-US" sz="1750" dirty="0"/>
          </a:p>
        </p:txBody>
      </p:sp>
      <p:sp>
        <p:nvSpPr>
          <p:cNvPr id="16" name="Text 11">
            <a:extLst>
              <a:ext uri="{FF2B5EF4-FFF2-40B4-BE49-F238E27FC236}">
                <a16:creationId xmlns:a16="http://schemas.microsoft.com/office/drawing/2014/main" id="{BC667EFF-A51D-5340-1E0C-737B4483FB20}"/>
              </a:ext>
            </a:extLst>
          </p:cNvPr>
          <p:cNvSpPr/>
          <p:nvPr/>
        </p:nvSpPr>
        <p:spPr>
          <a:xfrm>
            <a:off x="6029039" y="5408414"/>
            <a:ext cx="6244709" cy="362903"/>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Katha Upanishad</a:t>
            </a:r>
            <a:endParaRPr lang="en-US" sz="1750" dirty="0"/>
          </a:p>
        </p:txBody>
      </p:sp>
      <p:sp>
        <p:nvSpPr>
          <p:cNvPr id="17" name="Text 12">
            <a:extLst>
              <a:ext uri="{FF2B5EF4-FFF2-40B4-BE49-F238E27FC236}">
                <a16:creationId xmlns:a16="http://schemas.microsoft.com/office/drawing/2014/main" id="{A88F4829-906F-5F3A-85DE-428274B844F3}"/>
              </a:ext>
            </a:extLst>
          </p:cNvPr>
          <p:cNvSpPr/>
          <p:nvPr/>
        </p:nvSpPr>
        <p:spPr>
          <a:xfrm>
            <a:off x="6029039" y="5850613"/>
            <a:ext cx="6244709" cy="362903"/>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Mundaka Upanishad</a:t>
            </a:r>
            <a:endParaRPr lang="en-US" sz="1750" dirty="0"/>
          </a:p>
        </p:txBody>
      </p:sp>
    </p:spTree>
    <p:extLst>
      <p:ext uri="{BB962C8B-B14F-4D97-AF65-F5344CB8AC3E}">
        <p14:creationId xmlns:p14="http://schemas.microsoft.com/office/powerpoint/2010/main" val="4022362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58C87DE-B3E2-6FC9-8F02-D9C27D0F0FEA}"/>
              </a:ext>
            </a:extLst>
          </p:cNvPr>
          <p:cNvSpPr/>
          <p:nvPr/>
        </p:nvSpPr>
        <p:spPr>
          <a:xfrm>
            <a:off x="159806" y="263985"/>
            <a:ext cx="11218307" cy="70877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5550"/>
              </a:lnSpc>
              <a:buNone/>
            </a:pPr>
            <a:r>
              <a:rPr lang="en-US" sz="4450" dirty="0">
                <a:solidFill>
                  <a:srgbClr val="152D47"/>
                </a:solidFill>
                <a:latin typeface="Crimson Pro Semi Bold" pitchFamily="34" charset="0"/>
                <a:ea typeface="Crimson Pro Semi Bold" pitchFamily="34" charset="-122"/>
                <a:cs typeface="Crimson Pro Semi Bold" pitchFamily="34" charset="-120"/>
              </a:rPr>
              <a:t>Bhagavad Gita: Discourse on Duty and Devotion</a:t>
            </a:r>
            <a:endParaRPr lang="en-US" sz="4450" dirty="0"/>
          </a:p>
        </p:txBody>
      </p:sp>
      <p:sp>
        <p:nvSpPr>
          <p:cNvPr id="4" name="Text 2">
            <a:extLst>
              <a:ext uri="{FF2B5EF4-FFF2-40B4-BE49-F238E27FC236}">
                <a16:creationId xmlns:a16="http://schemas.microsoft.com/office/drawing/2014/main" id="{C8846539-C0C9-F019-A112-208D95474BC3}"/>
              </a:ext>
            </a:extLst>
          </p:cNvPr>
          <p:cNvSpPr/>
          <p:nvPr/>
        </p:nvSpPr>
        <p:spPr>
          <a:xfrm>
            <a:off x="278558" y="1629940"/>
            <a:ext cx="2835235" cy="35433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Context and Setting</a:t>
            </a:r>
            <a:endParaRPr lang="en-US" sz="2200" dirty="0"/>
          </a:p>
        </p:txBody>
      </p:sp>
      <p:sp>
        <p:nvSpPr>
          <p:cNvPr id="5" name="Text 3">
            <a:extLst>
              <a:ext uri="{FF2B5EF4-FFF2-40B4-BE49-F238E27FC236}">
                <a16:creationId xmlns:a16="http://schemas.microsoft.com/office/drawing/2014/main" id="{C33BA885-B136-7CAC-CC8C-1181885F4388}"/>
              </a:ext>
            </a:extLst>
          </p:cNvPr>
          <p:cNvSpPr/>
          <p:nvPr/>
        </p:nvSpPr>
        <p:spPr>
          <a:xfrm>
            <a:off x="159806" y="2295192"/>
            <a:ext cx="4120753" cy="217741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The Bhagavad Gita is a philosophical discourse within the Mahabharata epic, set on the battlefield of Kurukshetra. It features a dialogue between Prince Arjuna and his charioteer, Lord Krishna, just before a major battle.</a:t>
            </a:r>
            <a:endParaRPr lang="en-US" sz="1750" dirty="0"/>
          </a:p>
        </p:txBody>
      </p:sp>
      <p:sp>
        <p:nvSpPr>
          <p:cNvPr id="7" name="Text 5">
            <a:extLst>
              <a:ext uri="{FF2B5EF4-FFF2-40B4-BE49-F238E27FC236}">
                <a16:creationId xmlns:a16="http://schemas.microsoft.com/office/drawing/2014/main" id="{BA220707-58F5-3166-FE15-8D4FDBA88D57}"/>
              </a:ext>
            </a:extLst>
          </p:cNvPr>
          <p:cNvSpPr/>
          <p:nvPr/>
        </p:nvSpPr>
        <p:spPr>
          <a:xfrm>
            <a:off x="4280439" y="1629940"/>
            <a:ext cx="2835235" cy="35433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Arjuna's Dilemma</a:t>
            </a:r>
            <a:endParaRPr lang="en-US" sz="2200" dirty="0"/>
          </a:p>
        </p:txBody>
      </p:sp>
      <p:sp>
        <p:nvSpPr>
          <p:cNvPr id="8" name="Text 6">
            <a:extLst>
              <a:ext uri="{FF2B5EF4-FFF2-40B4-BE49-F238E27FC236}">
                <a16:creationId xmlns:a16="http://schemas.microsoft.com/office/drawing/2014/main" id="{D745BCF0-CD50-386E-1FF2-3EC1BC266485}"/>
              </a:ext>
            </a:extLst>
          </p:cNvPr>
          <p:cNvSpPr/>
          <p:nvPr/>
        </p:nvSpPr>
        <p:spPr>
          <a:xfrm>
            <a:off x="4353591" y="2170533"/>
            <a:ext cx="3329345" cy="2816351"/>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Arjuna is conflicted about fighting his own kin and teachers. Krishna, as his divine guide, alleviates his moral anguish by expounding on duty (dharma), righteousness, and the true nature of existence.</a:t>
            </a:r>
            <a:endParaRPr lang="en-US" sz="1750" dirty="0"/>
          </a:p>
        </p:txBody>
      </p:sp>
      <p:sp>
        <p:nvSpPr>
          <p:cNvPr id="10" name="Text 8">
            <a:extLst>
              <a:ext uri="{FF2B5EF4-FFF2-40B4-BE49-F238E27FC236}">
                <a16:creationId xmlns:a16="http://schemas.microsoft.com/office/drawing/2014/main" id="{A48C7575-C8A4-5F87-04C7-0784195595CC}"/>
              </a:ext>
            </a:extLst>
          </p:cNvPr>
          <p:cNvSpPr/>
          <p:nvPr/>
        </p:nvSpPr>
        <p:spPr>
          <a:xfrm>
            <a:off x="8048768" y="1596650"/>
            <a:ext cx="3329345" cy="35433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Key Philosophical Teachings</a:t>
            </a:r>
            <a:endParaRPr lang="en-US" sz="2200" dirty="0"/>
          </a:p>
        </p:txBody>
      </p:sp>
      <p:sp>
        <p:nvSpPr>
          <p:cNvPr id="11" name="Text 9">
            <a:extLst>
              <a:ext uri="{FF2B5EF4-FFF2-40B4-BE49-F238E27FC236}">
                <a16:creationId xmlns:a16="http://schemas.microsoft.com/office/drawing/2014/main" id="{32FBDCED-F245-FBF5-B452-944AA61DA07A}"/>
              </a:ext>
            </a:extLst>
          </p:cNvPr>
          <p:cNvSpPr/>
          <p:nvPr/>
        </p:nvSpPr>
        <p:spPr>
          <a:xfrm>
            <a:off x="8048768" y="2087069"/>
            <a:ext cx="3983426" cy="2903220"/>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The Gita covers various philosophical schools, including Karma Yoga (path of action), Jnana Yoga (path of knowledge), Bhakti Yoga (path of devotion), and Dhyana Yoga (path of meditation). It emphasizes selfless action, the impermanence of the body, and the immortality of the soul.</a:t>
            </a:r>
            <a:endParaRPr lang="en-US" sz="1750" dirty="0"/>
          </a:p>
        </p:txBody>
      </p:sp>
    </p:spTree>
    <p:extLst>
      <p:ext uri="{BB962C8B-B14F-4D97-AF65-F5344CB8AC3E}">
        <p14:creationId xmlns:p14="http://schemas.microsoft.com/office/powerpoint/2010/main" val="1313913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7D7AD77-4673-F1CE-1506-D0E3A6748486}"/>
              </a:ext>
            </a:extLst>
          </p:cNvPr>
          <p:cNvSpPr/>
          <p:nvPr/>
        </p:nvSpPr>
        <p:spPr>
          <a:xfrm>
            <a:off x="539245" y="189311"/>
            <a:ext cx="11850623" cy="1417558"/>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5550"/>
              </a:lnSpc>
              <a:buNone/>
            </a:pPr>
            <a:r>
              <a:rPr lang="en-US" sz="4000" dirty="0">
                <a:solidFill>
                  <a:srgbClr val="152D47"/>
                </a:solidFill>
                <a:latin typeface="Crimson Pro Semi Bold" pitchFamily="34" charset="0"/>
                <a:ea typeface="Crimson Pro Semi Bold" pitchFamily="34" charset="-122"/>
                <a:cs typeface="Crimson Pro Semi Bold" pitchFamily="34" charset="-120"/>
              </a:rPr>
              <a:t>Buddhist &amp; Jain Texts: Divergent Paths to Liberation</a:t>
            </a:r>
            <a:endParaRPr lang="en-US" sz="4000" dirty="0"/>
          </a:p>
        </p:txBody>
      </p:sp>
      <p:sp>
        <p:nvSpPr>
          <p:cNvPr id="3" name="Shape 1">
            <a:extLst>
              <a:ext uri="{FF2B5EF4-FFF2-40B4-BE49-F238E27FC236}">
                <a16:creationId xmlns:a16="http://schemas.microsoft.com/office/drawing/2014/main" id="{74402F96-DF89-E2B8-4249-CDBE53A8A90A}"/>
              </a:ext>
            </a:extLst>
          </p:cNvPr>
          <p:cNvSpPr/>
          <p:nvPr/>
        </p:nvSpPr>
        <p:spPr>
          <a:xfrm>
            <a:off x="1092493" y="1351837"/>
            <a:ext cx="510302" cy="510302"/>
          </a:xfrm>
          <a:prstGeom prst="roundRect">
            <a:avLst>
              <a:gd name="adj" fmla="val 6667"/>
            </a:avLst>
          </a:prstGeom>
          <a:solidFill>
            <a:srgbClr val="F2EEEE"/>
          </a:solidFill>
          <a:ln/>
        </p:spPr>
        <p:txBody>
          <a:bodyPr/>
          <a:lstStyle/>
          <a:p>
            <a:endParaRPr lang="en-IN"/>
          </a:p>
        </p:txBody>
      </p:sp>
      <p:pic>
        <p:nvPicPr>
          <p:cNvPr id="4" name="Image 1">
            <a:extLst>
              <a:ext uri="{FF2B5EF4-FFF2-40B4-BE49-F238E27FC236}">
                <a16:creationId xmlns:a16="http://schemas.microsoft.com/office/drawing/2014/main" id="{F816E912-4A0D-176E-F73B-5AFAD88FDF0B}"/>
              </a:ext>
            </a:extLst>
          </p:cNvPr>
          <p:cNvPicPr>
            <a:picLocks noChangeAspect="1"/>
          </p:cNvPicPr>
          <p:nvPr/>
        </p:nvPicPr>
        <p:blipFill>
          <a:blip r:embed="rId2"/>
          <a:stretch>
            <a:fillRect/>
          </a:stretch>
        </p:blipFill>
        <p:spPr>
          <a:xfrm>
            <a:off x="1177563" y="1394342"/>
            <a:ext cx="340162" cy="425291"/>
          </a:xfrm>
          <a:prstGeom prst="rect">
            <a:avLst/>
          </a:prstGeom>
        </p:spPr>
      </p:pic>
      <p:sp>
        <p:nvSpPr>
          <p:cNvPr id="5" name="Text 2">
            <a:extLst>
              <a:ext uri="{FF2B5EF4-FFF2-40B4-BE49-F238E27FC236}">
                <a16:creationId xmlns:a16="http://schemas.microsoft.com/office/drawing/2014/main" id="{9B601892-F523-A88F-B6DD-ADC27D49048D}"/>
              </a:ext>
            </a:extLst>
          </p:cNvPr>
          <p:cNvSpPr/>
          <p:nvPr/>
        </p:nvSpPr>
        <p:spPr>
          <a:xfrm>
            <a:off x="1829609" y="1429704"/>
            <a:ext cx="3547943" cy="35433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Buddhist Texts: Dhammapada</a:t>
            </a:r>
            <a:endParaRPr lang="en-US" sz="2200" dirty="0"/>
          </a:p>
        </p:txBody>
      </p:sp>
      <p:sp>
        <p:nvSpPr>
          <p:cNvPr id="6" name="Text 3">
            <a:extLst>
              <a:ext uri="{FF2B5EF4-FFF2-40B4-BE49-F238E27FC236}">
                <a16:creationId xmlns:a16="http://schemas.microsoft.com/office/drawing/2014/main" id="{363F15FE-BC51-E373-D46E-0CDB980C5783}"/>
              </a:ext>
            </a:extLst>
          </p:cNvPr>
          <p:cNvSpPr/>
          <p:nvPr/>
        </p:nvSpPr>
        <p:spPr>
          <a:xfrm>
            <a:off x="1829609" y="1920122"/>
            <a:ext cx="6819305" cy="1451610"/>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The Dhammapada is a collection of sayings of the Buddha in verse form, offering practical ethical teachings and insights into the path to enlightenment. It is a central text in Theravada Buddhism, emphasizing self-control, non-violence, and mindfulness.</a:t>
            </a:r>
            <a:endParaRPr lang="en-US" sz="1750" dirty="0"/>
          </a:p>
        </p:txBody>
      </p:sp>
      <p:sp>
        <p:nvSpPr>
          <p:cNvPr id="7" name="Shape 4">
            <a:extLst>
              <a:ext uri="{FF2B5EF4-FFF2-40B4-BE49-F238E27FC236}">
                <a16:creationId xmlns:a16="http://schemas.microsoft.com/office/drawing/2014/main" id="{AD892B82-3856-A41F-4D21-4DE6B7D3B4ED}"/>
              </a:ext>
            </a:extLst>
          </p:cNvPr>
          <p:cNvSpPr/>
          <p:nvPr/>
        </p:nvSpPr>
        <p:spPr>
          <a:xfrm>
            <a:off x="1092493" y="3825360"/>
            <a:ext cx="510302" cy="510302"/>
          </a:xfrm>
          <a:prstGeom prst="roundRect">
            <a:avLst>
              <a:gd name="adj" fmla="val 6667"/>
            </a:avLst>
          </a:prstGeom>
          <a:solidFill>
            <a:srgbClr val="F2EEEE"/>
          </a:solidFill>
          <a:ln/>
        </p:spPr>
        <p:txBody>
          <a:bodyPr/>
          <a:lstStyle/>
          <a:p>
            <a:endParaRPr lang="en-IN"/>
          </a:p>
        </p:txBody>
      </p:sp>
      <p:pic>
        <p:nvPicPr>
          <p:cNvPr id="8" name="Image 2">
            <a:extLst>
              <a:ext uri="{FF2B5EF4-FFF2-40B4-BE49-F238E27FC236}">
                <a16:creationId xmlns:a16="http://schemas.microsoft.com/office/drawing/2014/main" id="{DC5CF51D-245E-25AA-1E54-A313E3F64618}"/>
              </a:ext>
            </a:extLst>
          </p:cNvPr>
          <p:cNvPicPr>
            <a:picLocks noChangeAspect="1"/>
          </p:cNvPicPr>
          <p:nvPr/>
        </p:nvPicPr>
        <p:blipFill>
          <a:blip r:embed="rId3"/>
          <a:stretch>
            <a:fillRect/>
          </a:stretch>
        </p:blipFill>
        <p:spPr>
          <a:xfrm>
            <a:off x="1177563" y="3867865"/>
            <a:ext cx="340162" cy="425291"/>
          </a:xfrm>
          <a:prstGeom prst="rect">
            <a:avLst/>
          </a:prstGeom>
        </p:spPr>
      </p:pic>
      <p:sp>
        <p:nvSpPr>
          <p:cNvPr id="9" name="Text 5">
            <a:extLst>
              <a:ext uri="{FF2B5EF4-FFF2-40B4-BE49-F238E27FC236}">
                <a16:creationId xmlns:a16="http://schemas.microsoft.com/office/drawing/2014/main" id="{B1D9A236-06DC-C96C-BF14-9AF9BF26CFB4}"/>
              </a:ext>
            </a:extLst>
          </p:cNvPr>
          <p:cNvSpPr/>
          <p:nvPr/>
        </p:nvSpPr>
        <p:spPr>
          <a:xfrm>
            <a:off x="1829609" y="3903227"/>
            <a:ext cx="2835235" cy="35433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Jain Texts: Agamas</a:t>
            </a:r>
            <a:endParaRPr lang="en-US" sz="2200" dirty="0"/>
          </a:p>
        </p:txBody>
      </p:sp>
      <p:sp>
        <p:nvSpPr>
          <p:cNvPr id="10" name="Text 6">
            <a:extLst>
              <a:ext uri="{FF2B5EF4-FFF2-40B4-BE49-F238E27FC236}">
                <a16:creationId xmlns:a16="http://schemas.microsoft.com/office/drawing/2014/main" id="{07CC82FA-88F5-C9D1-4E10-7401A0A96ED6}"/>
              </a:ext>
            </a:extLst>
          </p:cNvPr>
          <p:cNvSpPr/>
          <p:nvPr/>
        </p:nvSpPr>
        <p:spPr>
          <a:xfrm>
            <a:off x="1829609" y="4393645"/>
            <a:ext cx="6819305" cy="1814513"/>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The Agamas are the canonical scriptures of Jainism, containing the teachings of Mahavira, the 24th Tirthankara. They detail the Jain principles of Ahimsa (non-violence), Anekantavada (multi-faceted reality), and Aparigraha (non-possessiveness), guiding adherents towards spiritual purity and liberation from the cycle of rebirth.</a:t>
            </a:r>
            <a:endParaRPr lang="en-US" sz="1750" dirty="0"/>
          </a:p>
        </p:txBody>
      </p:sp>
    </p:spTree>
    <p:extLst>
      <p:ext uri="{BB962C8B-B14F-4D97-AF65-F5344CB8AC3E}">
        <p14:creationId xmlns:p14="http://schemas.microsoft.com/office/powerpoint/2010/main" val="3048058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E71055-91A1-1382-43E2-FF01AA1DDC4C}"/>
              </a:ext>
            </a:extLst>
          </p:cNvPr>
          <p:cNvSpPr txBox="1"/>
          <p:nvPr/>
        </p:nvSpPr>
        <p:spPr>
          <a:xfrm>
            <a:off x="3175374" y="2530161"/>
            <a:ext cx="8197516" cy="1200329"/>
          </a:xfrm>
          <a:prstGeom prst="rect">
            <a:avLst/>
          </a:prstGeom>
          <a:noFill/>
        </p:spPr>
        <p:txBody>
          <a:bodyPr wrap="square" rtlCol="0">
            <a:spAutoFit/>
          </a:bodyPr>
          <a:lstStyle/>
          <a:p>
            <a:r>
              <a:rPr lang="en-US" sz="7200" u="sng" dirty="0"/>
              <a:t>THANK YOU!!</a:t>
            </a:r>
            <a:endParaRPr lang="en-IN" sz="7200" u="sng" dirty="0"/>
          </a:p>
        </p:txBody>
      </p:sp>
    </p:spTree>
    <p:extLst>
      <p:ext uri="{BB962C8B-B14F-4D97-AF65-F5344CB8AC3E}">
        <p14:creationId xmlns:p14="http://schemas.microsoft.com/office/powerpoint/2010/main" val="10952494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488</Words>
  <Application>Microsoft Office PowerPoint</Application>
  <PresentationFormat>Widescreen</PresentationFormat>
  <Paragraphs>31</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Calibri Light</vt:lpstr>
      <vt:lpstr>Crimson Pro Semi Bold</vt:lpstr>
      <vt:lpstr>Heebo</vt:lpstr>
      <vt:lpstr>Office Theme</vt:lpstr>
      <vt:lpstr>Philosophical Texts in the Indian Knowledge System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Chirag S</dc:creator>
  <cp:lastModifiedBy>Chirag S</cp:lastModifiedBy>
  <cp:revision>2</cp:revision>
  <dcterms:created xsi:type="dcterms:W3CDTF">2025-05-29T12:25:32Z</dcterms:created>
  <dcterms:modified xsi:type="dcterms:W3CDTF">2025-05-29T13:03:56Z</dcterms:modified>
</cp:coreProperties>
</file>